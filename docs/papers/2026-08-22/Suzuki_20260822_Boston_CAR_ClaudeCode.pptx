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8" r:id="rId5"/>
    <p:sldId id="269" r:id="rId6"/>
    <p:sldId id="270" r:id="rId7"/>
    <p:sldId id="271" r:id="rId8"/>
    <p:sldId id="272" r:id="rId9"/>
    <p:sldId id="273" r:id="rId10"/>
    <p:sldId id="274" r:id="rId11"/>
    <p:sldId id="275" r:id="rId12"/>
    <p:sldId id="276" r:id="rId13"/>
    <p:sldId id="277" r:id="rId14"/>
    <p:sldId id="278" r:id="rId15"/>
    <p:sldId id="279" r:id="rId16"/>
    <p:sldId id="259" r:id="rId17"/>
    <p:sldId id="260" r:id="rId18"/>
    <p:sldId id="261" r:id="rId19"/>
    <p:sldId id="262" r:id="rId20"/>
    <p:sldId id="263" r:id="rId21"/>
    <p:sldId id="264" r:id="rId22"/>
    <p:sldId id="265" r:id="rId23"/>
    <p:sldId id="266" r:id="rId24"/>
    <p:sldId id="267" r:id="rId25"/>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9194F5-EFFC-42F3-ACA9-A8DEFBB279E2}" v="1" dt="2026-08-21T11:29:07.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83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ta Suzuki" userId="61e5dec59f464585" providerId="LiveId" clId="{83547AD0-8599-4E99-8AFA-78B8A29CEA01}"/>
    <pc:docChg chg="undo custSel addSld delSld modSld sldOrd">
      <pc:chgData name="Kota Suzuki" userId="61e5dec59f464585" providerId="LiveId" clId="{83547AD0-8599-4E99-8AFA-78B8A29CEA01}" dt="2026-08-21T14:31:08.559" v="6856" actId="20577"/>
      <pc:docMkLst>
        <pc:docMk/>
      </pc:docMkLst>
      <pc:sldChg chg="addSp modSp mod">
        <pc:chgData name="Kota Suzuki" userId="61e5dec59f464585" providerId="LiveId" clId="{83547AD0-8599-4E99-8AFA-78B8A29CEA01}" dt="2026-08-21T11:29:37.165" v="31" actId="1036"/>
        <pc:sldMkLst>
          <pc:docMk/>
          <pc:sldMk cId="0" sldId="256"/>
        </pc:sldMkLst>
        <pc:spChg chg="add mod">
          <ac:chgData name="Kota Suzuki" userId="61e5dec59f464585" providerId="LiveId" clId="{83547AD0-8599-4E99-8AFA-78B8A29CEA01}" dt="2026-08-21T11:29:37.165" v="31" actId="1036"/>
          <ac:spMkLst>
            <pc:docMk/>
            <pc:sldMk cId="0" sldId="256"/>
            <ac:spMk id="8" creationId="{CF35BA76-9AA6-F6E8-FE0A-9D13C0B20E5B}"/>
          </ac:spMkLst>
        </pc:spChg>
        <pc:picChg chg="mod">
          <ac:chgData name="Kota Suzuki" userId="61e5dec59f464585" providerId="LiveId" clId="{83547AD0-8599-4E99-8AFA-78B8A29CEA01}" dt="2026-08-21T11:29:10.992" v="2" actId="1076"/>
          <ac:picMkLst>
            <pc:docMk/>
            <pc:sldMk cId="0" sldId="256"/>
            <ac:picMk id="2" creationId="{00000000-0000-0000-0000-000000000000}"/>
          </ac:picMkLst>
        </pc:picChg>
      </pc:sldChg>
      <pc:sldChg chg="addSp delSp modSp mod">
        <pc:chgData name="Kota Suzuki" userId="61e5dec59f464585" providerId="LiveId" clId="{83547AD0-8599-4E99-8AFA-78B8A29CEA01}" dt="2026-08-21T13:45:40.392" v="5157" actId="20577"/>
        <pc:sldMkLst>
          <pc:docMk/>
          <pc:sldMk cId="0" sldId="257"/>
        </pc:sldMkLst>
        <pc:spChg chg="mod">
          <ac:chgData name="Kota Suzuki" userId="61e5dec59f464585" providerId="LiveId" clId="{83547AD0-8599-4E99-8AFA-78B8A29CEA01}" dt="2026-08-21T12:17:30.285" v="3471" actId="2711"/>
          <ac:spMkLst>
            <pc:docMk/>
            <pc:sldMk cId="0" sldId="257"/>
            <ac:spMk id="2" creationId="{00000000-0000-0000-0000-000000000000}"/>
          </ac:spMkLst>
        </pc:spChg>
        <pc:spChg chg="mod">
          <ac:chgData name="Kota Suzuki" userId="61e5dec59f464585" providerId="LiveId" clId="{83547AD0-8599-4E99-8AFA-78B8A29CEA01}" dt="2026-08-21T11:31:25.580" v="94" actId="20577"/>
          <ac:spMkLst>
            <pc:docMk/>
            <pc:sldMk cId="0" sldId="257"/>
            <ac:spMk id="3" creationId="{00000000-0000-0000-0000-000000000000}"/>
          </ac:spMkLst>
        </pc:spChg>
        <pc:spChg chg="del mod">
          <ac:chgData name="Kota Suzuki" userId="61e5dec59f464585" providerId="LiveId" clId="{83547AD0-8599-4E99-8AFA-78B8A29CEA01}" dt="2026-08-21T11:34:22.038" v="99" actId="478"/>
          <ac:spMkLst>
            <pc:docMk/>
            <pc:sldMk cId="0" sldId="257"/>
            <ac:spMk id="5" creationId="{00000000-0000-0000-0000-000000000000}"/>
          </ac:spMkLst>
        </pc:spChg>
        <pc:spChg chg="mod">
          <ac:chgData name="Kota Suzuki" userId="61e5dec59f464585" providerId="LiveId" clId="{83547AD0-8599-4E99-8AFA-78B8A29CEA01}" dt="2026-08-21T11:59:14.782" v="2137" actId="1076"/>
          <ac:spMkLst>
            <pc:docMk/>
            <pc:sldMk cId="0" sldId="257"/>
            <ac:spMk id="6" creationId="{00000000-0000-0000-0000-000000000000}"/>
          </ac:spMkLst>
        </pc:spChg>
        <pc:spChg chg="mod">
          <ac:chgData name="Kota Suzuki" userId="61e5dec59f464585" providerId="LiveId" clId="{83547AD0-8599-4E99-8AFA-78B8A29CEA01}" dt="2026-08-21T13:45:40.392" v="5157" actId="20577"/>
          <ac:spMkLst>
            <pc:docMk/>
            <pc:sldMk cId="0" sldId="257"/>
            <ac:spMk id="7" creationId="{00000000-0000-0000-0000-000000000000}"/>
          </ac:spMkLst>
        </pc:spChg>
        <pc:spChg chg="del">
          <ac:chgData name="Kota Suzuki" userId="61e5dec59f464585" providerId="LiveId" clId="{83547AD0-8599-4E99-8AFA-78B8A29CEA01}" dt="2026-08-21T11:33:53.562" v="96" actId="478"/>
          <ac:spMkLst>
            <pc:docMk/>
            <pc:sldMk cId="0" sldId="257"/>
            <ac:spMk id="9" creationId="{00000000-0000-0000-0000-000000000000}"/>
          </ac:spMkLst>
        </pc:spChg>
        <pc:spChg chg="del">
          <ac:chgData name="Kota Suzuki" userId="61e5dec59f464585" providerId="LiveId" clId="{83547AD0-8599-4E99-8AFA-78B8A29CEA01}" dt="2026-08-21T11:33:53.562" v="96" actId="478"/>
          <ac:spMkLst>
            <pc:docMk/>
            <pc:sldMk cId="0" sldId="257"/>
            <ac:spMk id="10" creationId="{00000000-0000-0000-0000-000000000000}"/>
          </ac:spMkLst>
        </pc:spChg>
        <pc:spChg chg="del">
          <ac:chgData name="Kota Suzuki" userId="61e5dec59f464585" providerId="LiveId" clId="{83547AD0-8599-4E99-8AFA-78B8A29CEA01}" dt="2026-08-21T11:33:53.562" v="96" actId="478"/>
          <ac:spMkLst>
            <pc:docMk/>
            <pc:sldMk cId="0" sldId="257"/>
            <ac:spMk id="11" creationId="{00000000-0000-0000-0000-000000000000}"/>
          </ac:spMkLst>
        </pc:spChg>
        <pc:spChg chg="del">
          <ac:chgData name="Kota Suzuki" userId="61e5dec59f464585" providerId="LiveId" clId="{83547AD0-8599-4E99-8AFA-78B8A29CEA01}" dt="2026-08-21T11:33:53.562" v="96" actId="478"/>
          <ac:spMkLst>
            <pc:docMk/>
            <pc:sldMk cId="0" sldId="257"/>
            <ac:spMk id="14" creationId="{00000000-0000-0000-0000-000000000000}"/>
          </ac:spMkLst>
        </pc:spChg>
        <pc:spChg chg="del">
          <ac:chgData name="Kota Suzuki" userId="61e5dec59f464585" providerId="LiveId" clId="{83547AD0-8599-4E99-8AFA-78B8A29CEA01}" dt="2026-08-21T11:33:53.562" v="96" actId="478"/>
          <ac:spMkLst>
            <pc:docMk/>
            <pc:sldMk cId="0" sldId="257"/>
            <ac:spMk id="15" creationId="{00000000-0000-0000-0000-000000000000}"/>
          </ac:spMkLst>
        </pc:spChg>
        <pc:spChg chg="del">
          <ac:chgData name="Kota Suzuki" userId="61e5dec59f464585" providerId="LiveId" clId="{83547AD0-8599-4E99-8AFA-78B8A29CEA01}" dt="2026-08-21T11:41:25.366" v="661" actId="478"/>
          <ac:spMkLst>
            <pc:docMk/>
            <pc:sldMk cId="0" sldId="257"/>
            <ac:spMk id="17" creationId="{00000000-0000-0000-0000-000000000000}"/>
          </ac:spMkLst>
        </pc:spChg>
        <pc:spChg chg="del">
          <ac:chgData name="Kota Suzuki" userId="61e5dec59f464585" providerId="LiveId" clId="{83547AD0-8599-4E99-8AFA-78B8A29CEA01}" dt="2026-08-21T11:41:25.366" v="661" actId="478"/>
          <ac:spMkLst>
            <pc:docMk/>
            <pc:sldMk cId="0" sldId="257"/>
            <ac:spMk id="18" creationId="{00000000-0000-0000-0000-000000000000}"/>
          </ac:spMkLst>
        </pc:spChg>
        <pc:spChg chg="del">
          <ac:chgData name="Kota Suzuki" userId="61e5dec59f464585" providerId="LiveId" clId="{83547AD0-8599-4E99-8AFA-78B8A29CEA01}" dt="2026-08-21T11:41:25.366" v="661" actId="478"/>
          <ac:spMkLst>
            <pc:docMk/>
            <pc:sldMk cId="0" sldId="257"/>
            <ac:spMk id="19" creationId="{00000000-0000-0000-0000-000000000000}"/>
          </ac:spMkLst>
        </pc:spChg>
        <pc:spChg chg="del">
          <ac:chgData name="Kota Suzuki" userId="61e5dec59f464585" providerId="LiveId" clId="{83547AD0-8599-4E99-8AFA-78B8A29CEA01}" dt="2026-08-21T11:33:53.562" v="96" actId="478"/>
          <ac:spMkLst>
            <pc:docMk/>
            <pc:sldMk cId="0" sldId="257"/>
            <ac:spMk id="21" creationId="{00000000-0000-0000-0000-000000000000}"/>
          </ac:spMkLst>
        </pc:spChg>
        <pc:spChg chg="del">
          <ac:chgData name="Kota Suzuki" userId="61e5dec59f464585" providerId="LiveId" clId="{83547AD0-8599-4E99-8AFA-78B8A29CEA01}" dt="2026-08-21T11:33:53.562" v="96" actId="478"/>
          <ac:spMkLst>
            <pc:docMk/>
            <pc:sldMk cId="0" sldId="257"/>
            <ac:spMk id="23" creationId="{00000000-0000-0000-0000-000000000000}"/>
          </ac:spMkLst>
        </pc:spChg>
        <pc:spChg chg="del">
          <ac:chgData name="Kota Suzuki" userId="61e5dec59f464585" providerId="LiveId" clId="{83547AD0-8599-4E99-8AFA-78B8A29CEA01}" dt="2026-08-21T11:33:53.562" v="96" actId="478"/>
          <ac:spMkLst>
            <pc:docMk/>
            <pc:sldMk cId="0" sldId="257"/>
            <ac:spMk id="25" creationId="{00000000-0000-0000-0000-000000000000}"/>
          </ac:spMkLst>
        </pc:spChg>
        <pc:spChg chg="del">
          <ac:chgData name="Kota Suzuki" userId="61e5dec59f464585" providerId="LiveId" clId="{83547AD0-8599-4E99-8AFA-78B8A29CEA01}" dt="2026-08-21T11:33:53.562" v="96" actId="478"/>
          <ac:spMkLst>
            <pc:docMk/>
            <pc:sldMk cId="0" sldId="257"/>
            <ac:spMk id="26" creationId="{00000000-0000-0000-0000-000000000000}"/>
          </ac:spMkLst>
        </pc:spChg>
        <pc:spChg chg="del">
          <ac:chgData name="Kota Suzuki" userId="61e5dec59f464585" providerId="LiveId" clId="{83547AD0-8599-4E99-8AFA-78B8A29CEA01}" dt="2026-08-21T11:33:53.562" v="96" actId="478"/>
          <ac:spMkLst>
            <pc:docMk/>
            <pc:sldMk cId="0" sldId="257"/>
            <ac:spMk id="27" creationId="{00000000-0000-0000-0000-000000000000}"/>
          </ac:spMkLst>
        </pc:spChg>
        <pc:spChg chg="del">
          <ac:chgData name="Kota Suzuki" userId="61e5dec59f464585" providerId="LiveId" clId="{83547AD0-8599-4E99-8AFA-78B8A29CEA01}" dt="2026-08-21T11:34:31.819" v="100" actId="478"/>
          <ac:spMkLst>
            <pc:docMk/>
            <pc:sldMk cId="0" sldId="257"/>
            <ac:spMk id="28" creationId="{00000000-0000-0000-0000-000000000000}"/>
          </ac:spMkLst>
        </pc:spChg>
        <pc:spChg chg="del">
          <ac:chgData name="Kota Suzuki" userId="61e5dec59f464585" providerId="LiveId" clId="{83547AD0-8599-4E99-8AFA-78B8A29CEA01}" dt="2026-08-21T11:31:42.961" v="95" actId="478"/>
          <ac:spMkLst>
            <pc:docMk/>
            <pc:sldMk cId="0" sldId="257"/>
            <ac:spMk id="29" creationId="{00000000-0000-0000-0000-000000000000}"/>
          </ac:spMkLst>
        </pc:spChg>
        <pc:spChg chg="add mod">
          <ac:chgData name="Kota Suzuki" userId="61e5dec59f464585" providerId="LiveId" clId="{83547AD0-8599-4E99-8AFA-78B8A29CEA01}" dt="2026-08-21T12:14:41.469" v="3452" actId="20577"/>
          <ac:spMkLst>
            <pc:docMk/>
            <pc:sldMk cId="0" sldId="257"/>
            <ac:spMk id="31" creationId="{17C52222-D931-BE06-D133-2D0635CFFD63}"/>
          </ac:spMkLst>
        </pc:spChg>
        <pc:spChg chg="add mod">
          <ac:chgData name="Kota Suzuki" userId="61e5dec59f464585" providerId="LiveId" clId="{83547AD0-8599-4E99-8AFA-78B8A29CEA01}" dt="2026-08-21T11:59:25.332" v="2138" actId="1076"/>
          <ac:spMkLst>
            <pc:docMk/>
            <pc:sldMk cId="0" sldId="257"/>
            <ac:spMk id="32" creationId="{0C35A5D7-5937-AE0F-2910-931589AAC612}"/>
          </ac:spMkLst>
        </pc:spChg>
        <pc:spChg chg="add mod">
          <ac:chgData name="Kota Suzuki" userId="61e5dec59f464585" providerId="LiveId" clId="{83547AD0-8599-4E99-8AFA-78B8A29CEA01}" dt="2026-08-21T13:36:51.284" v="4985" actId="20577"/>
          <ac:spMkLst>
            <pc:docMk/>
            <pc:sldMk cId="0" sldId="257"/>
            <ac:spMk id="36" creationId="{4C6702BC-6F3D-CF1E-14C6-89AFEF1F4CC2}"/>
          </ac:spMkLst>
        </pc:spChg>
        <pc:spChg chg="add mod">
          <ac:chgData name="Kota Suzuki" userId="61e5dec59f464585" providerId="LiveId" clId="{83547AD0-8599-4E99-8AFA-78B8A29CEA01}" dt="2026-08-21T13:37:51.748" v="5026" actId="14100"/>
          <ac:spMkLst>
            <pc:docMk/>
            <pc:sldMk cId="0" sldId="257"/>
            <ac:spMk id="38" creationId="{17138157-C654-E46D-A4AF-C96192348653}"/>
          </ac:spMkLst>
        </pc:spChg>
        <pc:picChg chg="mod">
          <ac:chgData name="Kota Suzuki" userId="61e5dec59f464585" providerId="LiveId" clId="{83547AD0-8599-4E99-8AFA-78B8A29CEA01}" dt="2026-08-21T11:59:14.782" v="2137" actId="1076"/>
          <ac:picMkLst>
            <pc:docMk/>
            <pc:sldMk cId="0" sldId="257"/>
            <ac:picMk id="4" creationId="{00000000-0000-0000-0000-000000000000}"/>
          </ac:picMkLst>
        </pc:picChg>
        <pc:picChg chg="del mod">
          <ac:chgData name="Kota Suzuki" userId="61e5dec59f464585" providerId="LiveId" clId="{83547AD0-8599-4E99-8AFA-78B8A29CEA01}" dt="2026-08-21T11:41:25.366" v="661" actId="478"/>
          <ac:picMkLst>
            <pc:docMk/>
            <pc:sldMk cId="0" sldId="257"/>
            <ac:picMk id="16" creationId="{00000000-0000-0000-0000-000000000000}"/>
          </ac:picMkLst>
        </pc:picChg>
        <pc:picChg chg="add mod">
          <ac:chgData name="Kota Suzuki" userId="61e5dec59f464585" providerId="LiveId" clId="{83547AD0-8599-4E99-8AFA-78B8A29CEA01}" dt="2026-08-21T11:59:25.332" v="2138" actId="1076"/>
          <ac:picMkLst>
            <pc:docMk/>
            <pc:sldMk cId="0" sldId="257"/>
            <ac:picMk id="30" creationId="{84133426-2B3B-8FA0-FB1E-BE5AA5C984EB}"/>
          </ac:picMkLst>
        </pc:picChg>
        <pc:picChg chg="add mod">
          <ac:chgData name="Kota Suzuki" userId="61e5dec59f464585" providerId="LiveId" clId="{83547AD0-8599-4E99-8AFA-78B8A29CEA01}" dt="2026-08-21T11:51:28.414" v="1871" actId="1076"/>
          <ac:picMkLst>
            <pc:docMk/>
            <pc:sldMk cId="0" sldId="257"/>
            <ac:picMk id="34" creationId="{E06DC7E4-7A89-6301-E4A1-812111326888}"/>
          </ac:picMkLst>
        </pc:picChg>
      </pc:sldChg>
      <pc:sldChg chg="delSp modSp mod ord">
        <pc:chgData name="Kota Suzuki" userId="61e5dec59f464585" providerId="LiveId" clId="{83547AD0-8599-4E99-8AFA-78B8A29CEA01}" dt="2026-08-21T13:36:02.505" v="4981" actId="20577"/>
        <pc:sldMkLst>
          <pc:docMk/>
          <pc:sldMk cId="0" sldId="258"/>
        </pc:sldMkLst>
        <pc:spChg chg="mod">
          <ac:chgData name="Kota Suzuki" userId="61e5dec59f464585" providerId="LiveId" clId="{83547AD0-8599-4E99-8AFA-78B8A29CEA01}" dt="2026-08-21T12:17:24.246" v="3470" actId="2711"/>
          <ac:spMkLst>
            <pc:docMk/>
            <pc:sldMk cId="0" sldId="258"/>
            <ac:spMk id="2" creationId="{00000000-0000-0000-0000-000000000000}"/>
          </ac:spMkLst>
        </pc:spChg>
        <pc:spChg chg="mod">
          <ac:chgData name="Kota Suzuki" userId="61e5dec59f464585" providerId="LiveId" clId="{83547AD0-8599-4E99-8AFA-78B8A29CEA01}" dt="2026-08-21T13:36:02.505" v="4981" actId="20577"/>
          <ac:spMkLst>
            <pc:docMk/>
            <pc:sldMk cId="0" sldId="258"/>
            <ac:spMk id="3" creationId="{00000000-0000-0000-0000-000000000000}"/>
          </ac:spMkLst>
        </pc:spChg>
        <pc:spChg chg="mod">
          <ac:chgData name="Kota Suzuki" userId="61e5dec59f464585" providerId="LiveId" clId="{83547AD0-8599-4E99-8AFA-78B8A29CEA01}" dt="2026-08-21T12:12:53.938" v="3441" actId="1076"/>
          <ac:spMkLst>
            <pc:docMk/>
            <pc:sldMk cId="0" sldId="258"/>
            <ac:spMk id="5" creationId="{00000000-0000-0000-0000-000000000000}"/>
          </ac:spMkLst>
        </pc:spChg>
        <pc:spChg chg="mod">
          <ac:chgData name="Kota Suzuki" userId="61e5dec59f464585" providerId="LiveId" clId="{83547AD0-8599-4E99-8AFA-78B8A29CEA01}" dt="2026-08-21T12:13:08.655" v="3442" actId="2711"/>
          <ac:spMkLst>
            <pc:docMk/>
            <pc:sldMk cId="0" sldId="258"/>
            <ac:spMk id="6" creationId="{00000000-0000-0000-0000-000000000000}"/>
          </ac:spMkLst>
        </pc:spChg>
        <pc:spChg chg="mod">
          <ac:chgData name="Kota Suzuki" userId="61e5dec59f464585" providerId="LiveId" clId="{83547AD0-8599-4E99-8AFA-78B8A29CEA01}" dt="2026-08-21T12:12:53.938" v="3441" actId="1076"/>
          <ac:spMkLst>
            <pc:docMk/>
            <pc:sldMk cId="0" sldId="258"/>
            <ac:spMk id="8" creationId="{00000000-0000-0000-0000-000000000000}"/>
          </ac:spMkLst>
        </pc:spChg>
        <pc:spChg chg="mod">
          <ac:chgData name="Kota Suzuki" userId="61e5dec59f464585" providerId="LiveId" clId="{83547AD0-8599-4E99-8AFA-78B8A29CEA01}" dt="2026-08-21T12:13:14.406" v="3443" actId="2711"/>
          <ac:spMkLst>
            <pc:docMk/>
            <pc:sldMk cId="0" sldId="258"/>
            <ac:spMk id="9" creationId="{00000000-0000-0000-0000-000000000000}"/>
          </ac:spMkLst>
        </pc:spChg>
        <pc:spChg chg="mod">
          <ac:chgData name="Kota Suzuki" userId="61e5dec59f464585" providerId="LiveId" clId="{83547AD0-8599-4E99-8AFA-78B8A29CEA01}" dt="2026-08-21T12:12:53.938" v="3441" actId="1076"/>
          <ac:spMkLst>
            <pc:docMk/>
            <pc:sldMk cId="0" sldId="258"/>
            <ac:spMk id="11" creationId="{00000000-0000-0000-0000-000000000000}"/>
          </ac:spMkLst>
        </pc:spChg>
        <pc:spChg chg="mod">
          <ac:chgData name="Kota Suzuki" userId="61e5dec59f464585" providerId="LiveId" clId="{83547AD0-8599-4E99-8AFA-78B8A29CEA01}" dt="2026-08-21T12:12:53.938" v="3441" actId="1076"/>
          <ac:spMkLst>
            <pc:docMk/>
            <pc:sldMk cId="0" sldId="258"/>
            <ac:spMk id="12" creationId="{00000000-0000-0000-0000-000000000000}"/>
          </ac:spMkLst>
        </pc:spChg>
        <pc:spChg chg="del">
          <ac:chgData name="Kota Suzuki" userId="61e5dec59f464585" providerId="LiveId" clId="{83547AD0-8599-4E99-8AFA-78B8A29CEA01}" dt="2026-08-21T12:08:35.994" v="3179" actId="478"/>
          <ac:spMkLst>
            <pc:docMk/>
            <pc:sldMk cId="0" sldId="258"/>
            <ac:spMk id="14" creationId="{00000000-0000-0000-0000-000000000000}"/>
          </ac:spMkLst>
        </pc:spChg>
        <pc:spChg chg="del">
          <ac:chgData name="Kota Suzuki" userId="61e5dec59f464585" providerId="LiveId" clId="{83547AD0-8599-4E99-8AFA-78B8A29CEA01}" dt="2026-08-21T12:08:35.994" v="3179" actId="478"/>
          <ac:spMkLst>
            <pc:docMk/>
            <pc:sldMk cId="0" sldId="258"/>
            <ac:spMk id="15" creationId="{00000000-0000-0000-0000-000000000000}"/>
          </ac:spMkLst>
        </pc:spChg>
        <pc:spChg chg="del">
          <ac:chgData name="Kota Suzuki" userId="61e5dec59f464585" providerId="LiveId" clId="{83547AD0-8599-4E99-8AFA-78B8A29CEA01}" dt="2026-08-21T12:09:00.547" v="3180" actId="478"/>
          <ac:spMkLst>
            <pc:docMk/>
            <pc:sldMk cId="0" sldId="258"/>
            <ac:spMk id="17" creationId="{00000000-0000-0000-0000-000000000000}"/>
          </ac:spMkLst>
        </pc:spChg>
        <pc:spChg chg="mod">
          <ac:chgData name="Kota Suzuki" userId="61e5dec59f464585" providerId="LiveId" clId="{83547AD0-8599-4E99-8AFA-78B8A29CEA01}" dt="2026-08-21T12:12:35.758" v="3440" actId="1076"/>
          <ac:spMkLst>
            <pc:docMk/>
            <pc:sldMk cId="0" sldId="258"/>
            <ac:spMk id="19" creationId="{00000000-0000-0000-0000-000000000000}"/>
          </ac:spMkLst>
        </pc:spChg>
        <pc:spChg chg="del">
          <ac:chgData name="Kota Suzuki" userId="61e5dec59f464585" providerId="LiveId" clId="{83547AD0-8599-4E99-8AFA-78B8A29CEA01}" dt="2026-08-21T12:16:53.941" v="3453" actId="478"/>
          <ac:spMkLst>
            <pc:docMk/>
            <pc:sldMk cId="0" sldId="258"/>
            <ac:spMk id="20" creationId="{00000000-0000-0000-0000-000000000000}"/>
          </ac:spMkLst>
        </pc:spChg>
        <pc:picChg chg="mod">
          <ac:chgData name="Kota Suzuki" userId="61e5dec59f464585" providerId="LiveId" clId="{83547AD0-8599-4E99-8AFA-78B8A29CEA01}" dt="2026-08-21T12:12:53.938" v="3441" actId="1076"/>
          <ac:picMkLst>
            <pc:docMk/>
            <pc:sldMk cId="0" sldId="258"/>
            <ac:picMk id="4" creationId="{00000000-0000-0000-0000-000000000000}"/>
          </ac:picMkLst>
        </pc:picChg>
        <pc:picChg chg="mod">
          <ac:chgData name="Kota Suzuki" userId="61e5dec59f464585" providerId="LiveId" clId="{83547AD0-8599-4E99-8AFA-78B8A29CEA01}" dt="2026-08-21T12:12:53.938" v="3441" actId="1076"/>
          <ac:picMkLst>
            <pc:docMk/>
            <pc:sldMk cId="0" sldId="258"/>
            <ac:picMk id="7" creationId="{00000000-0000-0000-0000-000000000000}"/>
          </ac:picMkLst>
        </pc:picChg>
        <pc:picChg chg="mod">
          <ac:chgData name="Kota Suzuki" userId="61e5dec59f464585" providerId="LiveId" clId="{83547AD0-8599-4E99-8AFA-78B8A29CEA01}" dt="2026-08-21T12:12:53.938" v="3441" actId="1076"/>
          <ac:picMkLst>
            <pc:docMk/>
            <pc:sldMk cId="0" sldId="258"/>
            <ac:picMk id="10" creationId="{00000000-0000-0000-0000-000000000000}"/>
          </ac:picMkLst>
        </pc:picChg>
        <pc:picChg chg="del">
          <ac:chgData name="Kota Suzuki" userId="61e5dec59f464585" providerId="LiveId" clId="{83547AD0-8599-4E99-8AFA-78B8A29CEA01}" dt="2026-08-21T12:08:35.994" v="3179" actId="478"/>
          <ac:picMkLst>
            <pc:docMk/>
            <pc:sldMk cId="0" sldId="258"/>
            <ac:picMk id="13" creationId="{00000000-0000-0000-0000-000000000000}"/>
          </ac:picMkLst>
        </pc:picChg>
        <pc:picChg chg="del">
          <ac:chgData name="Kota Suzuki" userId="61e5dec59f464585" providerId="LiveId" clId="{83547AD0-8599-4E99-8AFA-78B8A29CEA01}" dt="2026-08-21T12:09:00.547" v="3180" actId="478"/>
          <ac:picMkLst>
            <pc:docMk/>
            <pc:sldMk cId="0" sldId="258"/>
            <ac:picMk id="16" creationId="{00000000-0000-0000-0000-000000000000}"/>
          </ac:picMkLst>
        </pc:picChg>
        <pc:picChg chg="mod">
          <ac:chgData name="Kota Suzuki" userId="61e5dec59f464585" providerId="LiveId" clId="{83547AD0-8599-4E99-8AFA-78B8A29CEA01}" dt="2026-08-21T12:12:35.758" v="3440" actId="1076"/>
          <ac:picMkLst>
            <pc:docMk/>
            <pc:sldMk cId="0" sldId="258"/>
            <ac:picMk id="18" creationId="{00000000-0000-0000-0000-000000000000}"/>
          </ac:picMkLst>
        </pc:picChg>
      </pc:sldChg>
      <pc:sldChg chg="add del">
        <pc:chgData name="Kota Suzuki" userId="61e5dec59f464585" providerId="LiveId" clId="{83547AD0-8599-4E99-8AFA-78B8A29CEA01}" dt="2026-08-21T14:30:59.348" v="6840"/>
        <pc:sldMkLst>
          <pc:docMk/>
          <pc:sldMk cId="0" sldId="259"/>
        </pc:sldMkLst>
      </pc:sldChg>
      <pc:sldChg chg="add del">
        <pc:chgData name="Kota Suzuki" userId="61e5dec59f464585" providerId="LiveId" clId="{83547AD0-8599-4E99-8AFA-78B8A29CEA01}" dt="2026-08-21T14:30:59.348" v="6840"/>
        <pc:sldMkLst>
          <pc:docMk/>
          <pc:sldMk cId="0" sldId="260"/>
        </pc:sldMkLst>
      </pc:sldChg>
      <pc:sldChg chg="add del">
        <pc:chgData name="Kota Suzuki" userId="61e5dec59f464585" providerId="LiveId" clId="{83547AD0-8599-4E99-8AFA-78B8A29CEA01}" dt="2026-08-21T14:30:59.348" v="6840"/>
        <pc:sldMkLst>
          <pc:docMk/>
          <pc:sldMk cId="0" sldId="261"/>
        </pc:sldMkLst>
      </pc:sldChg>
      <pc:sldChg chg="add del">
        <pc:chgData name="Kota Suzuki" userId="61e5dec59f464585" providerId="LiveId" clId="{83547AD0-8599-4E99-8AFA-78B8A29CEA01}" dt="2026-08-21T14:30:59.348" v="6840"/>
        <pc:sldMkLst>
          <pc:docMk/>
          <pc:sldMk cId="0" sldId="262"/>
        </pc:sldMkLst>
      </pc:sldChg>
      <pc:sldChg chg="add del">
        <pc:chgData name="Kota Suzuki" userId="61e5dec59f464585" providerId="LiveId" clId="{83547AD0-8599-4E99-8AFA-78B8A29CEA01}" dt="2026-08-21T14:30:59.348" v="6840"/>
        <pc:sldMkLst>
          <pc:docMk/>
          <pc:sldMk cId="0" sldId="263"/>
        </pc:sldMkLst>
      </pc:sldChg>
      <pc:sldChg chg="add del">
        <pc:chgData name="Kota Suzuki" userId="61e5dec59f464585" providerId="LiveId" clId="{83547AD0-8599-4E99-8AFA-78B8A29CEA01}" dt="2026-08-21T14:30:59.348" v="6840"/>
        <pc:sldMkLst>
          <pc:docMk/>
          <pc:sldMk cId="0" sldId="264"/>
        </pc:sldMkLst>
      </pc:sldChg>
      <pc:sldChg chg="add del">
        <pc:chgData name="Kota Suzuki" userId="61e5dec59f464585" providerId="LiveId" clId="{83547AD0-8599-4E99-8AFA-78B8A29CEA01}" dt="2026-08-21T14:30:59.348" v="6840"/>
        <pc:sldMkLst>
          <pc:docMk/>
          <pc:sldMk cId="0" sldId="265"/>
        </pc:sldMkLst>
      </pc:sldChg>
      <pc:sldChg chg="add del">
        <pc:chgData name="Kota Suzuki" userId="61e5dec59f464585" providerId="LiveId" clId="{83547AD0-8599-4E99-8AFA-78B8A29CEA01}" dt="2026-08-21T14:30:59.348" v="6840"/>
        <pc:sldMkLst>
          <pc:docMk/>
          <pc:sldMk cId="0" sldId="266"/>
        </pc:sldMkLst>
      </pc:sldChg>
      <pc:sldChg chg="add del">
        <pc:chgData name="Kota Suzuki" userId="61e5dec59f464585" providerId="LiveId" clId="{83547AD0-8599-4E99-8AFA-78B8A29CEA01}" dt="2026-08-21T14:30:59.348" v="6840"/>
        <pc:sldMkLst>
          <pc:docMk/>
          <pc:sldMk cId="0" sldId="267"/>
        </pc:sldMkLst>
      </pc:sldChg>
      <pc:sldChg chg="addSp delSp modSp add mod">
        <pc:chgData name="Kota Suzuki" userId="61e5dec59f464585" providerId="LiveId" clId="{83547AD0-8599-4E99-8AFA-78B8A29CEA01}" dt="2026-08-21T13:39:32.995" v="5050" actId="20577"/>
        <pc:sldMkLst>
          <pc:docMk/>
          <pc:sldMk cId="3278189241" sldId="268"/>
        </pc:sldMkLst>
        <pc:spChg chg="mod">
          <ac:chgData name="Kota Suzuki" userId="61e5dec59f464585" providerId="LiveId" clId="{83547AD0-8599-4E99-8AFA-78B8A29CEA01}" dt="2026-08-21T12:17:14.808" v="3469" actId="2711"/>
          <ac:spMkLst>
            <pc:docMk/>
            <pc:sldMk cId="3278189241" sldId="268"/>
            <ac:spMk id="2" creationId="{6A843A19-86D0-6EED-68C4-04BAF3FE970C}"/>
          </ac:spMkLst>
        </pc:spChg>
        <pc:spChg chg="mod">
          <ac:chgData name="Kota Suzuki" userId="61e5dec59f464585" providerId="LiveId" clId="{83547AD0-8599-4E99-8AFA-78B8A29CEA01}" dt="2026-08-21T12:23:03.772" v="3839" actId="1035"/>
          <ac:spMkLst>
            <pc:docMk/>
            <pc:sldMk cId="3278189241" sldId="268"/>
            <ac:spMk id="5" creationId="{F4893C67-2689-EA1B-396C-B1D55FEF0AD0}"/>
          </ac:spMkLst>
        </pc:spChg>
        <pc:spChg chg="mod">
          <ac:chgData name="Kota Suzuki" userId="61e5dec59f464585" providerId="LiveId" clId="{83547AD0-8599-4E99-8AFA-78B8A29CEA01}" dt="2026-08-21T12:26:34.639" v="4062" actId="207"/>
          <ac:spMkLst>
            <pc:docMk/>
            <pc:sldMk cId="3278189241" sldId="268"/>
            <ac:spMk id="7" creationId="{5442247E-635E-8753-1E7A-190A0EA8E055}"/>
          </ac:spMkLst>
        </pc:spChg>
        <pc:spChg chg="mod">
          <ac:chgData name="Kota Suzuki" userId="61e5dec59f464585" providerId="LiveId" clId="{83547AD0-8599-4E99-8AFA-78B8A29CEA01}" dt="2026-08-21T12:23:03.772" v="3839" actId="1035"/>
          <ac:spMkLst>
            <pc:docMk/>
            <pc:sldMk cId="3278189241" sldId="268"/>
            <ac:spMk id="10" creationId="{9724FDAF-98A4-ED0A-36A0-C9D504C7AEF8}"/>
          </ac:spMkLst>
        </pc:spChg>
        <pc:spChg chg="mod">
          <ac:chgData name="Kota Suzuki" userId="61e5dec59f464585" providerId="LiveId" clId="{83547AD0-8599-4E99-8AFA-78B8A29CEA01}" dt="2026-08-21T12:26:39.150" v="4063" actId="207"/>
          <ac:spMkLst>
            <pc:docMk/>
            <pc:sldMk cId="3278189241" sldId="268"/>
            <ac:spMk id="11" creationId="{8741E80E-5128-1640-9DEE-5913E61B9FF2}"/>
          </ac:spMkLst>
        </pc:spChg>
        <pc:spChg chg="mod">
          <ac:chgData name="Kota Suzuki" userId="61e5dec59f464585" providerId="LiveId" clId="{83547AD0-8599-4E99-8AFA-78B8A29CEA01}" dt="2026-08-21T12:23:03.772" v="3839" actId="1035"/>
          <ac:spMkLst>
            <pc:docMk/>
            <pc:sldMk cId="3278189241" sldId="268"/>
            <ac:spMk id="14" creationId="{FC4F16A2-505B-4A74-51F8-03C1AEF82BBA}"/>
          </ac:spMkLst>
        </pc:spChg>
        <pc:spChg chg="mod">
          <ac:chgData name="Kota Suzuki" userId="61e5dec59f464585" providerId="LiveId" clId="{83547AD0-8599-4E99-8AFA-78B8A29CEA01}" dt="2026-08-21T13:38:50.431" v="5034" actId="20577"/>
          <ac:spMkLst>
            <pc:docMk/>
            <pc:sldMk cId="3278189241" sldId="268"/>
            <ac:spMk id="15" creationId="{AD510F57-606F-D45E-3ADF-2CD3DAB103DE}"/>
          </ac:spMkLst>
        </pc:spChg>
        <pc:spChg chg="mod">
          <ac:chgData name="Kota Suzuki" userId="61e5dec59f464585" providerId="LiveId" clId="{83547AD0-8599-4E99-8AFA-78B8A29CEA01}" dt="2026-08-21T12:23:03.772" v="3839" actId="1035"/>
          <ac:spMkLst>
            <pc:docMk/>
            <pc:sldMk cId="3278189241" sldId="268"/>
            <ac:spMk id="18" creationId="{3E1228E0-C088-D350-FD65-52FF3A9B3AB5}"/>
          </ac:spMkLst>
        </pc:spChg>
        <pc:spChg chg="mod">
          <ac:chgData name="Kota Suzuki" userId="61e5dec59f464585" providerId="LiveId" clId="{83547AD0-8599-4E99-8AFA-78B8A29CEA01}" dt="2026-08-21T12:34:03.999" v="4400" actId="207"/>
          <ac:spMkLst>
            <pc:docMk/>
            <pc:sldMk cId="3278189241" sldId="268"/>
            <ac:spMk id="19" creationId="{E9288533-86B4-E5BF-609B-1F6F74D25FFC}"/>
          </ac:spMkLst>
        </pc:spChg>
        <pc:spChg chg="mod">
          <ac:chgData name="Kota Suzuki" userId="61e5dec59f464585" providerId="LiveId" clId="{83547AD0-8599-4E99-8AFA-78B8A29CEA01}" dt="2026-08-21T12:23:03.772" v="3839" actId="1035"/>
          <ac:spMkLst>
            <pc:docMk/>
            <pc:sldMk cId="3278189241" sldId="268"/>
            <ac:spMk id="21" creationId="{47372FB0-FD3B-E47B-CF1F-B14C8C981DCA}"/>
          </ac:spMkLst>
        </pc:spChg>
        <pc:spChg chg="mod">
          <ac:chgData name="Kota Suzuki" userId="61e5dec59f464585" providerId="LiveId" clId="{83547AD0-8599-4E99-8AFA-78B8A29CEA01}" dt="2026-08-21T12:23:03.772" v="3839" actId="1035"/>
          <ac:spMkLst>
            <pc:docMk/>
            <pc:sldMk cId="3278189241" sldId="268"/>
            <ac:spMk id="22" creationId="{8B29D6EB-466B-8B33-B37E-FB5A936A784F}"/>
          </ac:spMkLst>
        </pc:spChg>
        <pc:spChg chg="mod">
          <ac:chgData name="Kota Suzuki" userId="61e5dec59f464585" providerId="LiveId" clId="{83547AD0-8599-4E99-8AFA-78B8A29CEA01}" dt="2026-08-21T12:30:57.954" v="4383" actId="207"/>
          <ac:spMkLst>
            <pc:docMk/>
            <pc:sldMk cId="3278189241" sldId="268"/>
            <ac:spMk id="23" creationId="{C235F8FD-761A-6BCA-723F-72621ED08472}"/>
          </ac:spMkLst>
        </pc:spChg>
        <pc:spChg chg="mod">
          <ac:chgData name="Kota Suzuki" userId="61e5dec59f464585" providerId="LiveId" clId="{83547AD0-8599-4E99-8AFA-78B8A29CEA01}" dt="2026-08-21T12:23:03.772" v="3839" actId="1035"/>
          <ac:spMkLst>
            <pc:docMk/>
            <pc:sldMk cId="3278189241" sldId="268"/>
            <ac:spMk id="25" creationId="{C07E4558-1FF6-32DB-D559-C2A6D2405543}"/>
          </ac:spMkLst>
        </pc:spChg>
        <pc:spChg chg="mod">
          <ac:chgData name="Kota Suzuki" userId="61e5dec59f464585" providerId="LiveId" clId="{83547AD0-8599-4E99-8AFA-78B8A29CEA01}" dt="2026-08-21T13:39:32.995" v="5050" actId="20577"/>
          <ac:spMkLst>
            <pc:docMk/>
            <pc:sldMk cId="3278189241" sldId="268"/>
            <ac:spMk id="27" creationId="{137D51DA-A318-9E2D-94ED-6933F090FDB7}"/>
          </ac:spMkLst>
        </pc:spChg>
        <pc:spChg chg="del">
          <ac:chgData name="Kota Suzuki" userId="61e5dec59f464585" providerId="LiveId" clId="{83547AD0-8599-4E99-8AFA-78B8A29CEA01}" dt="2026-08-21T12:31:40.847" v="4399" actId="478"/>
          <ac:spMkLst>
            <pc:docMk/>
            <pc:sldMk cId="3278189241" sldId="268"/>
            <ac:spMk id="29" creationId="{B558DD59-2C51-9737-2CC0-A4BAF0B1A35F}"/>
          </ac:spMkLst>
        </pc:spChg>
        <pc:spChg chg="add mod">
          <ac:chgData name="Kota Suzuki" userId="61e5dec59f464585" providerId="LiveId" clId="{83547AD0-8599-4E99-8AFA-78B8A29CEA01}" dt="2026-08-21T12:24:17.748" v="3910" actId="20577"/>
          <ac:spMkLst>
            <pc:docMk/>
            <pc:sldMk cId="3278189241" sldId="268"/>
            <ac:spMk id="31" creationId="{2725B4CC-F23F-0293-96BA-A5BC0111A398}"/>
          </ac:spMkLst>
        </pc:spChg>
        <pc:picChg chg="mod">
          <ac:chgData name="Kota Suzuki" userId="61e5dec59f464585" providerId="LiveId" clId="{83547AD0-8599-4E99-8AFA-78B8A29CEA01}" dt="2026-08-21T12:20:08.087" v="3607" actId="14100"/>
          <ac:picMkLst>
            <pc:docMk/>
            <pc:sldMk cId="3278189241" sldId="268"/>
            <ac:picMk id="4" creationId="{829D4978-3520-3083-68C9-45F0BA83F528}"/>
          </ac:picMkLst>
        </pc:picChg>
        <pc:picChg chg="mod">
          <ac:chgData name="Kota Suzuki" userId="61e5dec59f464585" providerId="LiveId" clId="{83547AD0-8599-4E99-8AFA-78B8A29CEA01}" dt="2026-08-21T12:20:08.087" v="3607" actId="14100"/>
          <ac:picMkLst>
            <pc:docMk/>
            <pc:sldMk cId="3278189241" sldId="268"/>
            <ac:picMk id="8" creationId="{8EE4BDBA-20C6-AA56-CB8D-106B7B546242}"/>
          </ac:picMkLst>
        </pc:picChg>
        <pc:picChg chg="mod">
          <ac:chgData name="Kota Suzuki" userId="61e5dec59f464585" providerId="LiveId" clId="{83547AD0-8599-4E99-8AFA-78B8A29CEA01}" dt="2026-08-21T12:20:08.087" v="3607" actId="14100"/>
          <ac:picMkLst>
            <pc:docMk/>
            <pc:sldMk cId="3278189241" sldId="268"/>
            <ac:picMk id="12" creationId="{02654AA9-7018-4DAF-3FA4-8FC13780FBB9}"/>
          </ac:picMkLst>
        </pc:picChg>
        <pc:picChg chg="mod">
          <ac:chgData name="Kota Suzuki" userId="61e5dec59f464585" providerId="LiveId" clId="{83547AD0-8599-4E99-8AFA-78B8A29CEA01}" dt="2026-08-21T12:20:08.087" v="3607" actId="14100"/>
          <ac:picMkLst>
            <pc:docMk/>
            <pc:sldMk cId="3278189241" sldId="268"/>
            <ac:picMk id="16" creationId="{AEE4D668-5CC8-463A-DFB3-CAA57FE72A23}"/>
          </ac:picMkLst>
        </pc:picChg>
        <pc:picChg chg="mod">
          <ac:chgData name="Kota Suzuki" userId="61e5dec59f464585" providerId="LiveId" clId="{83547AD0-8599-4E99-8AFA-78B8A29CEA01}" dt="2026-08-21T12:20:08.087" v="3607" actId="14100"/>
          <ac:picMkLst>
            <pc:docMk/>
            <pc:sldMk cId="3278189241" sldId="268"/>
            <ac:picMk id="20" creationId="{4C432060-4F5C-0598-16F4-727D2D69C3B6}"/>
          </ac:picMkLst>
        </pc:picChg>
        <pc:picChg chg="mod">
          <ac:chgData name="Kota Suzuki" userId="61e5dec59f464585" providerId="LiveId" clId="{83547AD0-8599-4E99-8AFA-78B8A29CEA01}" dt="2026-08-21T12:20:08.087" v="3607" actId="14100"/>
          <ac:picMkLst>
            <pc:docMk/>
            <pc:sldMk cId="3278189241" sldId="268"/>
            <ac:picMk id="24" creationId="{2B7C42FD-EC9A-347C-8391-677520991082}"/>
          </ac:picMkLst>
        </pc:picChg>
        <pc:picChg chg="add mod">
          <ac:chgData name="Kota Suzuki" userId="61e5dec59f464585" providerId="LiveId" clId="{83547AD0-8599-4E99-8AFA-78B8A29CEA01}" dt="2026-08-21T12:23:17.099" v="3843" actId="1036"/>
          <ac:picMkLst>
            <pc:docMk/>
            <pc:sldMk cId="3278189241" sldId="268"/>
            <ac:picMk id="30" creationId="{1AE285CC-E984-BCEC-DC70-6C5790D86FDF}"/>
          </ac:picMkLst>
        </pc:picChg>
      </pc:sldChg>
      <pc:sldChg chg="addSp delSp modSp add mod">
        <pc:chgData name="Kota Suzuki" userId="61e5dec59f464585" providerId="LiveId" clId="{83547AD0-8599-4E99-8AFA-78B8A29CEA01}" dt="2026-08-21T13:41:51.598" v="5135" actId="20577"/>
        <pc:sldMkLst>
          <pc:docMk/>
          <pc:sldMk cId="3480198487" sldId="269"/>
        </pc:sldMkLst>
        <pc:spChg chg="mod">
          <ac:chgData name="Kota Suzuki" userId="61e5dec59f464585" providerId="LiveId" clId="{83547AD0-8599-4E99-8AFA-78B8A29CEA01}" dt="2026-08-21T12:34:46.960" v="4426" actId="20577"/>
          <ac:spMkLst>
            <pc:docMk/>
            <pc:sldMk cId="3480198487" sldId="269"/>
            <ac:spMk id="3" creationId="{EC0ED923-550E-4B39-D26F-E47D1750B498}"/>
          </ac:spMkLst>
        </pc:spChg>
        <pc:spChg chg="add mod">
          <ac:chgData name="Kota Suzuki" userId="61e5dec59f464585" providerId="LiveId" clId="{83547AD0-8599-4E99-8AFA-78B8A29CEA01}" dt="2026-08-21T13:41:51.598" v="5135" actId="20577"/>
          <ac:spMkLst>
            <pc:docMk/>
            <pc:sldMk cId="3480198487" sldId="269"/>
            <ac:spMk id="4" creationId="{8E0219B7-8FD3-2DB4-50EF-D899A0B9209E}"/>
          </ac:spMkLst>
        </pc:spChg>
        <pc:spChg chg="del">
          <ac:chgData name="Kota Suzuki" userId="61e5dec59f464585" providerId="LiveId" clId="{83547AD0-8599-4E99-8AFA-78B8A29CEA01}" dt="2026-08-21T12:35:00.927" v="4427" actId="478"/>
          <ac:spMkLst>
            <pc:docMk/>
            <pc:sldMk cId="3480198487" sldId="269"/>
            <ac:spMk id="6" creationId="{9BF70B52-61D8-FE33-D0F4-9B14AA0C19B4}"/>
          </ac:spMkLst>
        </pc:spChg>
        <pc:spChg chg="del">
          <ac:chgData name="Kota Suzuki" userId="61e5dec59f464585" providerId="LiveId" clId="{83547AD0-8599-4E99-8AFA-78B8A29CEA01}" dt="2026-08-21T12:35:00.927" v="4427" actId="478"/>
          <ac:spMkLst>
            <pc:docMk/>
            <pc:sldMk cId="3480198487" sldId="269"/>
            <ac:spMk id="9" creationId="{77E5D905-11BF-1275-1588-469792BBAB4C}"/>
          </ac:spMkLst>
        </pc:spChg>
        <pc:spChg chg="del">
          <ac:chgData name="Kota Suzuki" userId="61e5dec59f464585" providerId="LiveId" clId="{83547AD0-8599-4E99-8AFA-78B8A29CEA01}" dt="2026-08-21T12:35:00.927" v="4427" actId="478"/>
          <ac:spMkLst>
            <pc:docMk/>
            <pc:sldMk cId="3480198487" sldId="269"/>
            <ac:spMk id="10" creationId="{58E63DA1-68A4-99FC-DCE1-44D574057614}"/>
          </ac:spMkLst>
        </pc:spChg>
        <pc:spChg chg="del">
          <ac:chgData name="Kota Suzuki" userId="61e5dec59f464585" providerId="LiveId" clId="{83547AD0-8599-4E99-8AFA-78B8A29CEA01}" dt="2026-08-21T12:35:00.927" v="4427" actId="478"/>
          <ac:spMkLst>
            <pc:docMk/>
            <pc:sldMk cId="3480198487" sldId="269"/>
            <ac:spMk id="15" creationId="{9CA7BA57-5AAB-5C3A-969F-28FF94A52E98}"/>
          </ac:spMkLst>
        </pc:spChg>
        <pc:spChg chg="del">
          <ac:chgData name="Kota Suzuki" userId="61e5dec59f464585" providerId="LiveId" clId="{83547AD0-8599-4E99-8AFA-78B8A29CEA01}" dt="2026-08-21T12:35:00.927" v="4427" actId="478"/>
          <ac:spMkLst>
            <pc:docMk/>
            <pc:sldMk cId="3480198487" sldId="269"/>
            <ac:spMk id="19" creationId="{DF6D59C8-44C3-5DC0-8ADF-F3DE6CA50826}"/>
          </ac:spMkLst>
        </pc:spChg>
        <pc:spChg chg="del">
          <ac:chgData name="Kota Suzuki" userId="61e5dec59f464585" providerId="LiveId" clId="{83547AD0-8599-4E99-8AFA-78B8A29CEA01}" dt="2026-08-21T12:35:00.927" v="4427" actId="478"/>
          <ac:spMkLst>
            <pc:docMk/>
            <pc:sldMk cId="3480198487" sldId="269"/>
            <ac:spMk id="21" creationId="{EEC64791-1369-25F4-E712-06EEEA6310C2}"/>
          </ac:spMkLst>
        </pc:spChg>
        <pc:spChg chg="del">
          <ac:chgData name="Kota Suzuki" userId="61e5dec59f464585" providerId="LiveId" clId="{83547AD0-8599-4E99-8AFA-78B8A29CEA01}" dt="2026-08-21T12:35:00.927" v="4427" actId="478"/>
          <ac:spMkLst>
            <pc:docMk/>
            <pc:sldMk cId="3480198487" sldId="269"/>
            <ac:spMk id="23" creationId="{157B3F9F-F07F-211D-9190-F7757EEE53A8}"/>
          </ac:spMkLst>
        </pc:spChg>
        <pc:spChg chg="del">
          <ac:chgData name="Kota Suzuki" userId="61e5dec59f464585" providerId="LiveId" clId="{83547AD0-8599-4E99-8AFA-78B8A29CEA01}" dt="2026-08-21T12:35:00.927" v="4427" actId="478"/>
          <ac:spMkLst>
            <pc:docMk/>
            <pc:sldMk cId="3480198487" sldId="269"/>
            <ac:spMk id="25" creationId="{7BC98674-0F92-FE32-223A-680137E58ED4}"/>
          </ac:spMkLst>
        </pc:spChg>
        <pc:spChg chg="del">
          <ac:chgData name="Kota Suzuki" userId="61e5dec59f464585" providerId="LiveId" clId="{83547AD0-8599-4E99-8AFA-78B8A29CEA01}" dt="2026-08-21T12:35:00.927" v="4427" actId="478"/>
          <ac:spMkLst>
            <pc:docMk/>
            <pc:sldMk cId="3480198487" sldId="269"/>
            <ac:spMk id="27" creationId="{2DFF9029-4DE2-AEBC-4519-8413E3E346BC}"/>
          </ac:spMkLst>
        </pc:spChg>
        <pc:spChg chg="del">
          <ac:chgData name="Kota Suzuki" userId="61e5dec59f464585" providerId="LiveId" clId="{83547AD0-8599-4E99-8AFA-78B8A29CEA01}" dt="2026-08-21T12:35:00.927" v="4427" actId="478"/>
          <ac:spMkLst>
            <pc:docMk/>
            <pc:sldMk cId="3480198487" sldId="269"/>
            <ac:spMk id="28" creationId="{E39E2A6C-BEB1-9145-C092-8A18D525A886}"/>
          </ac:spMkLst>
        </pc:spChg>
        <pc:spChg chg="add mod">
          <ac:chgData name="Kota Suzuki" userId="61e5dec59f464585" providerId="LiveId" clId="{83547AD0-8599-4E99-8AFA-78B8A29CEA01}" dt="2026-08-21T12:36:22.502" v="4470" actId="1076"/>
          <ac:spMkLst>
            <pc:docMk/>
            <pc:sldMk cId="3480198487" sldId="269"/>
            <ac:spMk id="34" creationId="{EB1FB4E1-63CC-F047-96D4-D77EB555D003}"/>
          </ac:spMkLst>
        </pc:spChg>
        <pc:picChg chg="add mod">
          <ac:chgData name="Kota Suzuki" userId="61e5dec59f464585" providerId="LiveId" clId="{83547AD0-8599-4E99-8AFA-78B8A29CEA01}" dt="2026-08-21T12:35:38.192" v="4432" actId="1076"/>
          <ac:picMkLst>
            <pc:docMk/>
            <pc:sldMk cId="3480198487" sldId="269"/>
            <ac:picMk id="32" creationId="{EAF655CD-91E6-C6B7-3C29-564E166854B1}"/>
          </ac:picMkLst>
        </pc:picChg>
        <pc:picChg chg="add mod">
          <ac:chgData name="Kota Suzuki" userId="61e5dec59f464585" providerId="LiveId" clId="{83547AD0-8599-4E99-8AFA-78B8A29CEA01}" dt="2026-08-21T12:36:22.502" v="4470" actId="1076"/>
          <ac:picMkLst>
            <pc:docMk/>
            <pc:sldMk cId="3480198487" sldId="269"/>
            <ac:picMk id="33" creationId="{1EA4013A-0C6D-CD25-DFDF-1C131C83682E}"/>
          </ac:picMkLst>
        </pc:picChg>
      </pc:sldChg>
      <pc:sldChg chg="addSp delSp modSp add mod">
        <pc:chgData name="Kota Suzuki" userId="61e5dec59f464585" providerId="LiveId" clId="{83547AD0-8599-4E99-8AFA-78B8A29CEA01}" dt="2026-08-21T13:41:59.011" v="5136" actId="22"/>
        <pc:sldMkLst>
          <pc:docMk/>
          <pc:sldMk cId="309984175" sldId="270"/>
        </pc:sldMkLst>
        <pc:spChg chg="mod">
          <ac:chgData name="Kota Suzuki" userId="61e5dec59f464585" providerId="LiveId" clId="{83547AD0-8599-4E99-8AFA-78B8A29CEA01}" dt="2026-08-21T12:35:59.464" v="4466" actId="20577"/>
          <ac:spMkLst>
            <pc:docMk/>
            <pc:sldMk cId="309984175" sldId="270"/>
            <ac:spMk id="3" creationId="{5097164C-DC22-006B-10A6-457D529D36E0}"/>
          </ac:spMkLst>
        </pc:spChg>
        <pc:spChg chg="add mod">
          <ac:chgData name="Kota Suzuki" userId="61e5dec59f464585" providerId="LiveId" clId="{83547AD0-8599-4E99-8AFA-78B8A29CEA01}" dt="2026-08-21T12:36:49.487" v="4476" actId="1076"/>
          <ac:spMkLst>
            <pc:docMk/>
            <pc:sldMk cId="309984175" sldId="270"/>
            <ac:spMk id="5" creationId="{7EB8897F-68D9-47F7-45BB-E898EAE7F3A9}"/>
          </ac:spMkLst>
        </pc:spChg>
        <pc:spChg chg="add">
          <ac:chgData name="Kota Suzuki" userId="61e5dec59f464585" providerId="LiveId" clId="{83547AD0-8599-4E99-8AFA-78B8A29CEA01}" dt="2026-08-21T13:41:59.011" v="5136" actId="22"/>
          <ac:spMkLst>
            <pc:docMk/>
            <pc:sldMk cId="309984175" sldId="270"/>
            <ac:spMk id="8" creationId="{220FC016-358C-EF0A-85D2-7E5E83483445}"/>
          </ac:spMkLst>
        </pc:spChg>
        <pc:grpChg chg="add mod">
          <ac:chgData name="Kota Suzuki" userId="61e5dec59f464585" providerId="LiveId" clId="{83547AD0-8599-4E99-8AFA-78B8A29CEA01}" dt="2026-08-21T12:39:14.884" v="4490" actId="14100"/>
          <ac:grpSpMkLst>
            <pc:docMk/>
            <pc:sldMk cId="309984175" sldId="270"/>
            <ac:grpSpMk id="10" creationId="{2BB7F0FE-A891-2032-6955-DF3B1C66E17C}"/>
          </ac:grpSpMkLst>
        </pc:grpChg>
        <pc:picChg chg="add mod">
          <ac:chgData name="Kota Suzuki" userId="61e5dec59f464585" providerId="LiveId" clId="{83547AD0-8599-4E99-8AFA-78B8A29CEA01}" dt="2026-08-21T12:36:49.487" v="4476" actId="1076"/>
          <ac:picMkLst>
            <pc:docMk/>
            <pc:sldMk cId="309984175" sldId="270"/>
            <ac:picMk id="4" creationId="{DFF6DBC4-02C4-D978-C9AF-36C74E2A47CB}"/>
          </ac:picMkLst>
        </pc:picChg>
        <pc:picChg chg="add mod">
          <ac:chgData name="Kota Suzuki" userId="61e5dec59f464585" providerId="LiveId" clId="{83547AD0-8599-4E99-8AFA-78B8A29CEA01}" dt="2026-08-21T12:39:06.610" v="4488" actId="164"/>
          <ac:picMkLst>
            <pc:docMk/>
            <pc:sldMk cId="309984175" sldId="270"/>
            <ac:picMk id="7" creationId="{DAD47F58-227D-1F47-9466-242532103DC8}"/>
          </ac:picMkLst>
        </pc:picChg>
        <pc:picChg chg="add mod">
          <ac:chgData name="Kota Suzuki" userId="61e5dec59f464585" providerId="LiveId" clId="{83547AD0-8599-4E99-8AFA-78B8A29CEA01}" dt="2026-08-21T12:39:06.610" v="4488" actId="164"/>
          <ac:picMkLst>
            <pc:docMk/>
            <pc:sldMk cId="309984175" sldId="270"/>
            <ac:picMk id="9" creationId="{F4E2F9F7-36AB-FC59-7929-532615C82366}"/>
          </ac:picMkLst>
        </pc:picChg>
        <pc:picChg chg="del">
          <ac:chgData name="Kota Suzuki" userId="61e5dec59f464585" providerId="LiveId" clId="{83547AD0-8599-4E99-8AFA-78B8A29CEA01}" dt="2026-08-21T12:37:22.658" v="4477" actId="478"/>
          <ac:picMkLst>
            <pc:docMk/>
            <pc:sldMk cId="309984175" sldId="270"/>
            <ac:picMk id="32" creationId="{2E460257-0CAF-F914-9FD6-A7F66DA38440}"/>
          </ac:picMkLst>
        </pc:picChg>
      </pc:sldChg>
      <pc:sldChg chg="addSp delSp modSp add mod">
        <pc:chgData name="Kota Suzuki" userId="61e5dec59f464585" providerId="LiveId" clId="{83547AD0-8599-4E99-8AFA-78B8A29CEA01}" dt="2026-08-21T13:42:00.841" v="5137" actId="22"/>
        <pc:sldMkLst>
          <pc:docMk/>
          <pc:sldMk cId="2841746634" sldId="271"/>
        </pc:sldMkLst>
        <pc:spChg chg="mod">
          <ac:chgData name="Kota Suzuki" userId="61e5dec59f464585" providerId="LiveId" clId="{83547AD0-8599-4E99-8AFA-78B8A29CEA01}" dt="2026-08-21T12:40:02.718" v="4532" actId="20577"/>
          <ac:spMkLst>
            <pc:docMk/>
            <pc:sldMk cId="2841746634" sldId="271"/>
            <ac:spMk id="3" creationId="{B7BD7384-AC56-486B-D6F5-97D7E79613B1}"/>
          </ac:spMkLst>
        </pc:spChg>
        <pc:spChg chg="add">
          <ac:chgData name="Kota Suzuki" userId="61e5dec59f464585" providerId="LiveId" clId="{83547AD0-8599-4E99-8AFA-78B8A29CEA01}" dt="2026-08-21T13:42:00.841" v="5137" actId="22"/>
          <ac:spMkLst>
            <pc:docMk/>
            <pc:sldMk cId="2841746634" sldId="271"/>
            <ac:spMk id="5" creationId="{6FA5B020-83C6-5173-A029-C2386EEA7D34}"/>
          </ac:spMkLst>
        </pc:spChg>
        <pc:spChg chg="del">
          <ac:chgData name="Kota Suzuki" userId="61e5dec59f464585" providerId="LiveId" clId="{83547AD0-8599-4E99-8AFA-78B8A29CEA01}" dt="2026-08-21T12:40:06.551" v="4533" actId="478"/>
          <ac:spMkLst>
            <pc:docMk/>
            <pc:sldMk cId="2841746634" sldId="271"/>
            <ac:spMk id="5" creationId="{DD0BCB30-A155-0FE8-2CE4-79FEB808C933}"/>
          </ac:spMkLst>
        </pc:spChg>
        <pc:spChg chg="add del mod">
          <ac:chgData name="Kota Suzuki" userId="61e5dec59f464585" providerId="LiveId" clId="{83547AD0-8599-4E99-8AFA-78B8A29CEA01}" dt="2026-08-21T12:40:09.495" v="4534" actId="478"/>
          <ac:spMkLst>
            <pc:docMk/>
            <pc:sldMk cId="2841746634" sldId="271"/>
            <ac:spMk id="8" creationId="{CFD6AA6E-9468-AAAC-21E4-098A5EC2F9F4}"/>
          </ac:spMkLst>
        </pc:spChg>
        <pc:spChg chg="add mod">
          <ac:chgData name="Kota Suzuki" userId="61e5dec59f464585" providerId="LiveId" clId="{83547AD0-8599-4E99-8AFA-78B8A29CEA01}" dt="2026-08-21T12:40:16.612" v="4536" actId="1076"/>
          <ac:spMkLst>
            <pc:docMk/>
            <pc:sldMk cId="2841746634" sldId="271"/>
            <ac:spMk id="11" creationId="{F2A407FA-0275-258A-C144-0CA9EC3A8F9F}"/>
          </ac:spMkLst>
        </pc:spChg>
        <pc:grpChg chg="del">
          <ac:chgData name="Kota Suzuki" userId="61e5dec59f464585" providerId="LiveId" clId="{83547AD0-8599-4E99-8AFA-78B8A29CEA01}" dt="2026-08-21T12:41:24.710" v="4537" actId="478"/>
          <ac:grpSpMkLst>
            <pc:docMk/>
            <pc:sldMk cId="2841746634" sldId="271"/>
            <ac:grpSpMk id="10" creationId="{EB52CF8F-BF78-B1C7-F012-0ED3EA606A6F}"/>
          </ac:grpSpMkLst>
        </pc:grpChg>
        <pc:picChg chg="del">
          <ac:chgData name="Kota Suzuki" userId="61e5dec59f464585" providerId="LiveId" clId="{83547AD0-8599-4E99-8AFA-78B8A29CEA01}" dt="2026-08-21T12:40:06.551" v="4533" actId="478"/>
          <ac:picMkLst>
            <pc:docMk/>
            <pc:sldMk cId="2841746634" sldId="271"/>
            <ac:picMk id="4" creationId="{3C2A972E-5C6F-715B-EC77-83BDA2793E1F}"/>
          </ac:picMkLst>
        </pc:picChg>
        <pc:picChg chg="add mod">
          <ac:chgData name="Kota Suzuki" userId="61e5dec59f464585" providerId="LiveId" clId="{83547AD0-8599-4E99-8AFA-78B8A29CEA01}" dt="2026-08-21T12:40:16.612" v="4536" actId="1076"/>
          <ac:picMkLst>
            <pc:docMk/>
            <pc:sldMk cId="2841746634" sldId="271"/>
            <ac:picMk id="6" creationId="{8ED820C4-CDB6-0D2C-6AF3-CDD246095397}"/>
          </ac:picMkLst>
        </pc:picChg>
        <pc:picChg chg="add mod">
          <ac:chgData name="Kota Suzuki" userId="61e5dec59f464585" providerId="LiveId" clId="{83547AD0-8599-4E99-8AFA-78B8A29CEA01}" dt="2026-08-21T12:41:32.415" v="4540" actId="1076"/>
          <ac:picMkLst>
            <pc:docMk/>
            <pc:sldMk cId="2841746634" sldId="271"/>
            <ac:picMk id="13" creationId="{A53C299A-6FDC-82BA-95DA-6D7088271503}"/>
          </ac:picMkLst>
        </pc:picChg>
        <pc:picChg chg="add mod">
          <ac:chgData name="Kota Suzuki" userId="61e5dec59f464585" providerId="LiveId" clId="{83547AD0-8599-4E99-8AFA-78B8A29CEA01}" dt="2026-08-21T12:42:07.333" v="4543" actId="1076"/>
          <ac:picMkLst>
            <pc:docMk/>
            <pc:sldMk cId="2841746634" sldId="271"/>
            <ac:picMk id="15" creationId="{7C9C1190-AD91-6234-FEF5-CAE96F108849}"/>
          </ac:picMkLst>
        </pc:picChg>
      </pc:sldChg>
      <pc:sldChg chg="addSp delSp modSp add mod">
        <pc:chgData name="Kota Suzuki" userId="61e5dec59f464585" providerId="LiveId" clId="{83547AD0-8599-4E99-8AFA-78B8A29CEA01}" dt="2026-08-21T13:42:02.463" v="5138" actId="22"/>
        <pc:sldMkLst>
          <pc:docMk/>
          <pc:sldMk cId="3819999525" sldId="272"/>
        </pc:sldMkLst>
        <pc:spChg chg="mod">
          <ac:chgData name="Kota Suzuki" userId="61e5dec59f464585" providerId="LiveId" clId="{83547AD0-8599-4E99-8AFA-78B8A29CEA01}" dt="2026-08-21T12:43:02.482" v="4550" actId="20577"/>
          <ac:spMkLst>
            <pc:docMk/>
            <pc:sldMk cId="3819999525" sldId="272"/>
            <ac:spMk id="3" creationId="{3FB959F1-F109-87C2-BF09-D3A5E39B48F8}"/>
          </ac:spMkLst>
        </pc:spChg>
        <pc:spChg chg="add del mod">
          <ac:chgData name="Kota Suzuki" userId="61e5dec59f464585" providerId="LiveId" clId="{83547AD0-8599-4E99-8AFA-78B8A29CEA01}" dt="2026-08-21T12:43:06.768" v="4551" actId="478"/>
          <ac:spMkLst>
            <pc:docMk/>
            <pc:sldMk cId="3819999525" sldId="272"/>
            <ac:spMk id="5" creationId="{42F0067D-5996-7727-DB49-32917830CD92}"/>
          </ac:spMkLst>
        </pc:spChg>
        <pc:spChg chg="add">
          <ac:chgData name="Kota Suzuki" userId="61e5dec59f464585" providerId="LiveId" clId="{83547AD0-8599-4E99-8AFA-78B8A29CEA01}" dt="2026-08-21T13:42:02.463" v="5138" actId="22"/>
          <ac:spMkLst>
            <pc:docMk/>
            <pc:sldMk cId="3819999525" sldId="272"/>
            <ac:spMk id="6" creationId="{11F3C74F-D70D-8E9C-2953-72119290392E}"/>
          </ac:spMkLst>
        </pc:spChg>
        <pc:spChg chg="add del mod">
          <ac:chgData name="Kota Suzuki" userId="61e5dec59f464585" providerId="LiveId" clId="{83547AD0-8599-4E99-8AFA-78B8A29CEA01}" dt="2026-08-21T12:43:09.459" v="4552" actId="478"/>
          <ac:spMkLst>
            <pc:docMk/>
            <pc:sldMk cId="3819999525" sldId="272"/>
            <ac:spMk id="7" creationId="{9A6C50E5-9011-AAA3-4CE9-E38C97FDFE46}"/>
          </ac:spMkLst>
        </pc:spChg>
        <pc:spChg chg="add mod">
          <ac:chgData name="Kota Suzuki" userId="61e5dec59f464585" providerId="LiveId" clId="{83547AD0-8599-4E99-8AFA-78B8A29CEA01}" dt="2026-08-21T12:43:24.169" v="4556" actId="1076"/>
          <ac:spMkLst>
            <pc:docMk/>
            <pc:sldMk cId="3819999525" sldId="272"/>
            <ac:spMk id="8" creationId="{DBA47E2D-417D-87F5-088A-4ECB1D45825B}"/>
          </ac:spMkLst>
        </pc:spChg>
        <pc:spChg chg="del">
          <ac:chgData name="Kota Suzuki" userId="61e5dec59f464585" providerId="LiveId" clId="{83547AD0-8599-4E99-8AFA-78B8A29CEA01}" dt="2026-08-21T12:43:12.938" v="4553" actId="478"/>
          <ac:spMkLst>
            <pc:docMk/>
            <pc:sldMk cId="3819999525" sldId="272"/>
            <ac:spMk id="11" creationId="{98F87CF4-82FC-1BC0-ADEF-1614615E32DE}"/>
          </ac:spMkLst>
        </pc:spChg>
        <pc:picChg chg="add mod">
          <ac:chgData name="Kota Suzuki" userId="61e5dec59f464585" providerId="LiveId" clId="{83547AD0-8599-4E99-8AFA-78B8A29CEA01}" dt="2026-08-21T12:43:24.169" v="4556" actId="1076"/>
          <ac:picMkLst>
            <pc:docMk/>
            <pc:sldMk cId="3819999525" sldId="272"/>
            <ac:picMk id="4" creationId="{88DB8AB1-B552-8C98-DE23-9B2DCA0F130A}"/>
          </ac:picMkLst>
        </pc:picChg>
        <pc:picChg chg="del">
          <ac:chgData name="Kota Suzuki" userId="61e5dec59f464585" providerId="LiveId" clId="{83547AD0-8599-4E99-8AFA-78B8A29CEA01}" dt="2026-08-21T12:43:12.938" v="4553" actId="478"/>
          <ac:picMkLst>
            <pc:docMk/>
            <pc:sldMk cId="3819999525" sldId="272"/>
            <ac:picMk id="6" creationId="{8D5636F3-B9EC-4D15-96B5-7735DC89690C}"/>
          </ac:picMkLst>
        </pc:picChg>
        <pc:picChg chg="add mod">
          <ac:chgData name="Kota Suzuki" userId="61e5dec59f464585" providerId="LiveId" clId="{83547AD0-8599-4E99-8AFA-78B8A29CEA01}" dt="2026-08-21T12:44:21.601" v="4562" actId="1076"/>
          <ac:picMkLst>
            <pc:docMk/>
            <pc:sldMk cId="3819999525" sldId="272"/>
            <ac:picMk id="10" creationId="{3BB75272-508C-2278-87A9-A78DCD544B1E}"/>
          </ac:picMkLst>
        </pc:picChg>
        <pc:picChg chg="del">
          <ac:chgData name="Kota Suzuki" userId="61e5dec59f464585" providerId="LiveId" clId="{83547AD0-8599-4E99-8AFA-78B8A29CEA01}" dt="2026-08-21T12:44:13.090" v="4557" actId="478"/>
          <ac:picMkLst>
            <pc:docMk/>
            <pc:sldMk cId="3819999525" sldId="272"/>
            <ac:picMk id="13" creationId="{559AA265-BF92-5F01-A9F5-28130C1E0817}"/>
          </ac:picMkLst>
        </pc:picChg>
        <pc:picChg chg="add mod">
          <ac:chgData name="Kota Suzuki" userId="61e5dec59f464585" providerId="LiveId" clId="{83547AD0-8599-4E99-8AFA-78B8A29CEA01}" dt="2026-08-21T12:44:56.945" v="4566" actId="1076"/>
          <ac:picMkLst>
            <pc:docMk/>
            <pc:sldMk cId="3819999525" sldId="272"/>
            <ac:picMk id="14" creationId="{62D670E0-624D-5CBB-C74F-2DD5A52FA9B8}"/>
          </ac:picMkLst>
        </pc:picChg>
        <pc:picChg chg="del">
          <ac:chgData name="Kota Suzuki" userId="61e5dec59f464585" providerId="LiveId" clId="{83547AD0-8599-4E99-8AFA-78B8A29CEA01}" dt="2026-08-21T12:44:14.318" v="4558" actId="478"/>
          <ac:picMkLst>
            <pc:docMk/>
            <pc:sldMk cId="3819999525" sldId="272"/>
            <ac:picMk id="15" creationId="{42726B60-C477-14AC-7C81-B035BF70BC52}"/>
          </ac:picMkLst>
        </pc:picChg>
      </pc:sldChg>
      <pc:sldChg chg="addSp delSp modSp add mod">
        <pc:chgData name="Kota Suzuki" userId="61e5dec59f464585" providerId="LiveId" clId="{83547AD0-8599-4E99-8AFA-78B8A29CEA01}" dt="2026-08-21T13:42:04.568" v="5139" actId="22"/>
        <pc:sldMkLst>
          <pc:docMk/>
          <pc:sldMk cId="1562345754" sldId="273"/>
        </pc:sldMkLst>
        <pc:spChg chg="mod">
          <ac:chgData name="Kota Suzuki" userId="61e5dec59f464585" providerId="LiveId" clId="{83547AD0-8599-4E99-8AFA-78B8A29CEA01}" dt="2026-08-21T12:45:54.804" v="4584" actId="20577"/>
          <ac:spMkLst>
            <pc:docMk/>
            <pc:sldMk cId="1562345754" sldId="273"/>
            <ac:spMk id="3" creationId="{09C851C5-EEE6-F465-9ECD-F53475F6896B}"/>
          </ac:spMkLst>
        </pc:spChg>
        <pc:spChg chg="add">
          <ac:chgData name="Kota Suzuki" userId="61e5dec59f464585" providerId="LiveId" clId="{83547AD0-8599-4E99-8AFA-78B8A29CEA01}" dt="2026-08-21T13:42:04.568" v="5139" actId="22"/>
          <ac:spMkLst>
            <pc:docMk/>
            <pc:sldMk cId="1562345754" sldId="273"/>
            <ac:spMk id="6" creationId="{4159B7C7-6CF0-FFF0-7B1C-FA2C7F1DAA7D}"/>
          </ac:spMkLst>
        </pc:spChg>
        <pc:spChg chg="add del mod">
          <ac:chgData name="Kota Suzuki" userId="61e5dec59f464585" providerId="LiveId" clId="{83547AD0-8599-4E99-8AFA-78B8A29CEA01}" dt="2026-08-21T12:46:00.364" v="4586" actId="478"/>
          <ac:spMkLst>
            <pc:docMk/>
            <pc:sldMk cId="1562345754" sldId="273"/>
            <ac:spMk id="6" creationId="{B20502F0-00AD-54FF-EEE8-8731501E9844}"/>
          </ac:spMkLst>
        </pc:spChg>
        <pc:spChg chg="add del mod">
          <ac:chgData name="Kota Suzuki" userId="61e5dec59f464585" providerId="LiveId" clId="{83547AD0-8599-4E99-8AFA-78B8A29CEA01}" dt="2026-08-21T12:45:57.565" v="4585" actId="478"/>
          <ac:spMkLst>
            <pc:docMk/>
            <pc:sldMk cId="1562345754" sldId="273"/>
            <ac:spMk id="7" creationId="{17652BF6-8714-F43F-918F-EB929BD9C8B0}"/>
          </ac:spMkLst>
        </pc:spChg>
        <pc:spChg chg="del">
          <ac:chgData name="Kota Suzuki" userId="61e5dec59f464585" providerId="LiveId" clId="{83547AD0-8599-4E99-8AFA-78B8A29CEA01}" dt="2026-08-21T12:45:36.090" v="4570" actId="478"/>
          <ac:spMkLst>
            <pc:docMk/>
            <pc:sldMk cId="1562345754" sldId="273"/>
            <ac:spMk id="8" creationId="{D1739828-13D8-65D9-9902-15CEA972DE98}"/>
          </ac:spMkLst>
        </pc:spChg>
        <pc:spChg chg="add mod">
          <ac:chgData name="Kota Suzuki" userId="61e5dec59f464585" providerId="LiveId" clId="{83547AD0-8599-4E99-8AFA-78B8A29CEA01}" dt="2026-08-21T12:46:15.802" v="4590" actId="1076"/>
          <ac:spMkLst>
            <pc:docMk/>
            <pc:sldMk cId="1562345754" sldId="273"/>
            <ac:spMk id="9" creationId="{E4F6F47B-FDEC-14C1-E7EE-D4E25A719574}"/>
          </ac:spMkLst>
        </pc:spChg>
        <pc:picChg chg="del">
          <ac:chgData name="Kota Suzuki" userId="61e5dec59f464585" providerId="LiveId" clId="{83547AD0-8599-4E99-8AFA-78B8A29CEA01}" dt="2026-08-21T12:45:36.090" v="4570" actId="478"/>
          <ac:picMkLst>
            <pc:docMk/>
            <pc:sldMk cId="1562345754" sldId="273"/>
            <ac:picMk id="4" creationId="{E28D3EDB-A823-259F-24EE-DC2FB4481658}"/>
          </ac:picMkLst>
        </pc:picChg>
        <pc:picChg chg="add mod">
          <ac:chgData name="Kota Suzuki" userId="61e5dec59f464585" providerId="LiveId" clId="{83547AD0-8599-4E99-8AFA-78B8A29CEA01}" dt="2026-08-21T12:46:15.802" v="4590" actId="1076"/>
          <ac:picMkLst>
            <pc:docMk/>
            <pc:sldMk cId="1562345754" sldId="273"/>
            <ac:picMk id="5" creationId="{43A7CC37-524B-D820-E894-3D80C6FFF484}"/>
          </ac:picMkLst>
        </pc:picChg>
        <pc:picChg chg="del">
          <ac:chgData name="Kota Suzuki" userId="61e5dec59f464585" providerId="LiveId" clId="{83547AD0-8599-4E99-8AFA-78B8A29CEA01}" dt="2026-08-21T12:46:38.385" v="4591" actId="478"/>
          <ac:picMkLst>
            <pc:docMk/>
            <pc:sldMk cId="1562345754" sldId="273"/>
            <ac:picMk id="10" creationId="{950D3F62-B665-8B95-7FC0-F6751E390419}"/>
          </ac:picMkLst>
        </pc:picChg>
        <pc:picChg chg="add mod">
          <ac:chgData name="Kota Suzuki" userId="61e5dec59f464585" providerId="LiveId" clId="{83547AD0-8599-4E99-8AFA-78B8A29CEA01}" dt="2026-08-21T12:46:49.696" v="4595" actId="1076"/>
          <ac:picMkLst>
            <pc:docMk/>
            <pc:sldMk cId="1562345754" sldId="273"/>
            <ac:picMk id="12" creationId="{E9183946-40E6-A6BF-7C72-D64E0B3FB775}"/>
          </ac:picMkLst>
        </pc:picChg>
        <pc:picChg chg="del">
          <ac:chgData name="Kota Suzuki" userId="61e5dec59f464585" providerId="LiveId" clId="{83547AD0-8599-4E99-8AFA-78B8A29CEA01}" dt="2026-08-21T12:46:39.619" v="4592" actId="478"/>
          <ac:picMkLst>
            <pc:docMk/>
            <pc:sldMk cId="1562345754" sldId="273"/>
            <ac:picMk id="14" creationId="{111DAB74-F244-7AFB-96A7-A582724034F9}"/>
          </ac:picMkLst>
        </pc:picChg>
        <pc:picChg chg="add mod">
          <ac:chgData name="Kota Suzuki" userId="61e5dec59f464585" providerId="LiveId" clId="{83547AD0-8599-4E99-8AFA-78B8A29CEA01}" dt="2026-08-21T12:48:30.910" v="4598" actId="1076"/>
          <ac:picMkLst>
            <pc:docMk/>
            <pc:sldMk cId="1562345754" sldId="273"/>
            <ac:picMk id="15" creationId="{3F45272D-DA7E-94D2-9A5C-1476CA606B8D}"/>
          </ac:picMkLst>
        </pc:picChg>
      </pc:sldChg>
      <pc:sldChg chg="addSp delSp modSp add mod">
        <pc:chgData name="Kota Suzuki" userId="61e5dec59f464585" providerId="LiveId" clId="{83547AD0-8599-4E99-8AFA-78B8A29CEA01}" dt="2026-08-21T13:39:58.319" v="5054" actId="14100"/>
        <pc:sldMkLst>
          <pc:docMk/>
          <pc:sldMk cId="790729300" sldId="274"/>
        </pc:sldMkLst>
        <pc:spChg chg="mod">
          <ac:chgData name="Kota Suzuki" userId="61e5dec59f464585" providerId="LiveId" clId="{83547AD0-8599-4E99-8AFA-78B8A29CEA01}" dt="2026-08-21T12:49:11.999" v="4615" actId="20577"/>
          <ac:spMkLst>
            <pc:docMk/>
            <pc:sldMk cId="790729300" sldId="274"/>
            <ac:spMk id="3" creationId="{6A5E7075-288A-00B0-4A10-40631F79891E}"/>
          </ac:spMkLst>
        </pc:spChg>
        <pc:spChg chg="add del mod">
          <ac:chgData name="Kota Suzuki" userId="61e5dec59f464585" providerId="LiveId" clId="{83547AD0-8599-4E99-8AFA-78B8A29CEA01}" dt="2026-08-21T12:49:23.209" v="4618" actId="478"/>
          <ac:spMkLst>
            <pc:docMk/>
            <pc:sldMk cId="790729300" sldId="274"/>
            <ac:spMk id="6" creationId="{E6E7EA34-902F-8618-4FBD-91D588D352B1}"/>
          </ac:spMkLst>
        </pc:spChg>
        <pc:spChg chg="add del mod">
          <ac:chgData name="Kota Suzuki" userId="61e5dec59f464585" providerId="LiveId" clId="{83547AD0-8599-4E99-8AFA-78B8A29CEA01}" dt="2026-08-21T12:49:19.663" v="4617" actId="478"/>
          <ac:spMkLst>
            <pc:docMk/>
            <pc:sldMk cId="790729300" sldId="274"/>
            <ac:spMk id="7" creationId="{0E20D837-E71B-B1DF-EDE3-D62E88AB7A6D}"/>
          </ac:spMkLst>
        </pc:spChg>
        <pc:spChg chg="add mod">
          <ac:chgData name="Kota Suzuki" userId="61e5dec59f464585" providerId="LiveId" clId="{83547AD0-8599-4E99-8AFA-78B8A29CEA01}" dt="2026-08-21T13:39:58.319" v="5054" actId="14100"/>
          <ac:spMkLst>
            <pc:docMk/>
            <pc:sldMk cId="790729300" sldId="274"/>
            <ac:spMk id="8" creationId="{E2C492A4-9838-5A05-9890-F4DA05747D8E}"/>
          </ac:spMkLst>
        </pc:spChg>
        <pc:spChg chg="del">
          <ac:chgData name="Kota Suzuki" userId="61e5dec59f464585" providerId="LiveId" clId="{83547AD0-8599-4E99-8AFA-78B8A29CEA01}" dt="2026-08-21T12:49:15.726" v="4616" actId="478"/>
          <ac:spMkLst>
            <pc:docMk/>
            <pc:sldMk cId="790729300" sldId="274"/>
            <ac:spMk id="9" creationId="{0E849E74-AA89-9C8E-59CF-AAEF0EDED3E7}"/>
          </ac:spMkLst>
        </pc:spChg>
        <pc:spChg chg="add mod">
          <ac:chgData name="Kota Suzuki" userId="61e5dec59f464585" providerId="LiveId" clId="{83547AD0-8599-4E99-8AFA-78B8A29CEA01}" dt="2026-08-21T12:54:12.374" v="4971" actId="1076"/>
          <ac:spMkLst>
            <pc:docMk/>
            <pc:sldMk cId="790729300" sldId="274"/>
            <ac:spMk id="16" creationId="{35CE572D-C4B2-FA1E-0E03-688650FF00BC}"/>
          </ac:spMkLst>
        </pc:spChg>
        <pc:picChg chg="add mod">
          <ac:chgData name="Kota Suzuki" userId="61e5dec59f464585" providerId="LiveId" clId="{83547AD0-8599-4E99-8AFA-78B8A29CEA01}" dt="2026-08-21T12:49:46.910" v="4634" actId="1076"/>
          <ac:picMkLst>
            <pc:docMk/>
            <pc:sldMk cId="790729300" sldId="274"/>
            <ac:picMk id="4" creationId="{1224B0EB-18D5-2A18-9464-A5B8116CCD93}"/>
          </ac:picMkLst>
        </pc:picChg>
        <pc:picChg chg="del">
          <ac:chgData name="Kota Suzuki" userId="61e5dec59f464585" providerId="LiveId" clId="{83547AD0-8599-4E99-8AFA-78B8A29CEA01}" dt="2026-08-21T12:49:15.726" v="4616" actId="478"/>
          <ac:picMkLst>
            <pc:docMk/>
            <pc:sldMk cId="790729300" sldId="274"/>
            <ac:picMk id="5" creationId="{570F6FB9-3C2E-FE36-B8F6-64B51577C5DB}"/>
          </ac:picMkLst>
        </pc:picChg>
        <pc:picChg chg="add mod">
          <ac:chgData name="Kota Suzuki" userId="61e5dec59f464585" providerId="LiveId" clId="{83547AD0-8599-4E99-8AFA-78B8A29CEA01}" dt="2026-08-21T12:51:58.984" v="4646" actId="1076"/>
          <ac:picMkLst>
            <pc:docMk/>
            <pc:sldMk cId="790729300" sldId="274"/>
            <ac:picMk id="11" creationId="{42BA098A-9EDF-1240-4346-E31C8DFA95EA}"/>
          </ac:picMkLst>
        </pc:picChg>
        <pc:picChg chg="del mod">
          <ac:chgData name="Kota Suzuki" userId="61e5dec59f464585" providerId="LiveId" clId="{83547AD0-8599-4E99-8AFA-78B8A29CEA01}" dt="2026-08-21T12:49:49.153" v="4635" actId="478"/>
          <ac:picMkLst>
            <pc:docMk/>
            <pc:sldMk cId="790729300" sldId="274"/>
            <ac:picMk id="12" creationId="{A5A727DC-9C06-ED1B-CB9B-F04B0642160C}"/>
          </ac:picMkLst>
        </pc:picChg>
        <pc:picChg chg="add mod">
          <ac:chgData name="Kota Suzuki" userId="61e5dec59f464585" providerId="LiveId" clId="{83547AD0-8599-4E99-8AFA-78B8A29CEA01}" dt="2026-08-21T12:51:25.015" v="4643" actId="1076"/>
          <ac:picMkLst>
            <pc:docMk/>
            <pc:sldMk cId="790729300" sldId="274"/>
            <ac:picMk id="14" creationId="{B352C8B3-4C66-D140-77BE-393CD7F3A97F}"/>
          </ac:picMkLst>
        </pc:picChg>
        <pc:picChg chg="del mod">
          <ac:chgData name="Kota Suzuki" userId="61e5dec59f464585" providerId="LiveId" clId="{83547AD0-8599-4E99-8AFA-78B8A29CEA01}" dt="2026-08-21T12:49:50.417" v="4636" actId="478"/>
          <ac:picMkLst>
            <pc:docMk/>
            <pc:sldMk cId="790729300" sldId="274"/>
            <ac:picMk id="15" creationId="{45CF3AB1-B846-C210-1669-84D32B7DC3E7}"/>
          </ac:picMkLst>
        </pc:picChg>
      </pc:sldChg>
      <pc:sldChg chg="addSp delSp modSp add mod">
        <pc:chgData name="Kota Suzuki" userId="61e5dec59f464585" providerId="LiveId" clId="{83547AD0-8599-4E99-8AFA-78B8A29CEA01}" dt="2026-08-21T14:04:46.373" v="5632" actId="1076"/>
        <pc:sldMkLst>
          <pc:docMk/>
          <pc:sldMk cId="3087302131" sldId="275"/>
        </pc:sldMkLst>
        <pc:spChg chg="mod">
          <ac:chgData name="Kota Suzuki" userId="61e5dec59f464585" providerId="LiveId" clId="{83547AD0-8599-4E99-8AFA-78B8A29CEA01}" dt="2026-08-21T13:58:59.505" v="5354" actId="20577"/>
          <ac:spMkLst>
            <pc:docMk/>
            <pc:sldMk cId="3087302131" sldId="275"/>
            <ac:spMk id="3" creationId="{E9BFBE13-CC8D-C792-3B71-5C06B724AC01}"/>
          </ac:spMkLst>
        </pc:spChg>
        <pc:spChg chg="mod ord">
          <ac:chgData name="Kota Suzuki" userId="61e5dec59f464585" providerId="LiveId" clId="{83547AD0-8599-4E99-8AFA-78B8A29CEA01}" dt="2026-08-21T14:03:14.552" v="5505" actId="166"/>
          <ac:spMkLst>
            <pc:docMk/>
            <pc:sldMk cId="3087302131" sldId="275"/>
            <ac:spMk id="8" creationId="{D975F8FD-0AA6-1D65-0686-A89B02F59FDA}"/>
          </ac:spMkLst>
        </pc:spChg>
        <pc:spChg chg="mod ord">
          <ac:chgData name="Kota Suzuki" userId="61e5dec59f464585" providerId="LiveId" clId="{83547AD0-8599-4E99-8AFA-78B8A29CEA01}" dt="2026-08-21T14:03:03.129" v="5504" actId="1076"/>
          <ac:spMkLst>
            <pc:docMk/>
            <pc:sldMk cId="3087302131" sldId="275"/>
            <ac:spMk id="16" creationId="{5B1B05FB-F19F-4902-67B7-8BEB62D820B9}"/>
          </ac:spMkLst>
        </pc:spChg>
        <pc:spChg chg="add mod">
          <ac:chgData name="Kota Suzuki" userId="61e5dec59f464585" providerId="LiveId" clId="{83547AD0-8599-4E99-8AFA-78B8A29CEA01}" dt="2026-08-21T14:03:03.129" v="5504" actId="1076"/>
          <ac:spMkLst>
            <pc:docMk/>
            <pc:sldMk cId="3087302131" sldId="275"/>
            <ac:spMk id="25" creationId="{8C9ED75E-9DC4-2C9A-2D8C-7F1D49FE66D4}"/>
          </ac:spMkLst>
        </pc:spChg>
        <pc:spChg chg="add mod">
          <ac:chgData name="Kota Suzuki" userId="61e5dec59f464585" providerId="LiveId" clId="{83547AD0-8599-4E99-8AFA-78B8A29CEA01}" dt="2026-08-21T14:03:18.673" v="5506" actId="1076"/>
          <ac:spMkLst>
            <pc:docMk/>
            <pc:sldMk cId="3087302131" sldId="275"/>
            <ac:spMk id="33" creationId="{07A56524-D15F-6F3E-1ADF-B4C7FC45589C}"/>
          </ac:spMkLst>
        </pc:spChg>
        <pc:spChg chg="add mod">
          <ac:chgData name="Kota Suzuki" userId="61e5dec59f464585" providerId="LiveId" clId="{83547AD0-8599-4E99-8AFA-78B8A29CEA01}" dt="2026-08-21T14:04:46.373" v="5632" actId="1076"/>
          <ac:spMkLst>
            <pc:docMk/>
            <pc:sldMk cId="3087302131" sldId="275"/>
            <ac:spMk id="37" creationId="{7C9FFB27-713B-DD9B-A12A-EB69B8C62E7E}"/>
          </ac:spMkLst>
        </pc:spChg>
        <pc:picChg chg="mod ord">
          <ac:chgData name="Kota Suzuki" userId="61e5dec59f464585" providerId="LiveId" clId="{83547AD0-8599-4E99-8AFA-78B8A29CEA01}" dt="2026-08-21T14:03:14.552" v="5505" actId="166"/>
          <ac:picMkLst>
            <pc:docMk/>
            <pc:sldMk cId="3087302131" sldId="275"/>
            <ac:picMk id="4" creationId="{AE98EF3E-BEF4-1173-8632-816570E0D783}"/>
          </ac:picMkLst>
        </pc:picChg>
        <pc:picChg chg="add mod modCrop">
          <ac:chgData name="Kota Suzuki" userId="61e5dec59f464585" providerId="LiveId" clId="{83547AD0-8599-4E99-8AFA-78B8A29CEA01}" dt="2026-08-21T14:03:03.129" v="5504" actId="1076"/>
          <ac:picMkLst>
            <pc:docMk/>
            <pc:sldMk cId="3087302131" sldId="275"/>
            <ac:picMk id="6" creationId="{C36AB018-8DE7-3217-533F-955CBFECCC2E}"/>
          </ac:picMkLst>
        </pc:picChg>
        <pc:picChg chg="add mod modCrop">
          <ac:chgData name="Kota Suzuki" userId="61e5dec59f464585" providerId="LiveId" clId="{83547AD0-8599-4E99-8AFA-78B8A29CEA01}" dt="2026-08-21T14:03:03.129" v="5504" actId="1076"/>
          <ac:picMkLst>
            <pc:docMk/>
            <pc:sldMk cId="3087302131" sldId="275"/>
            <ac:picMk id="9" creationId="{1ECA5BAA-E153-8401-ABE4-6E23D589C074}"/>
          </ac:picMkLst>
        </pc:picChg>
        <pc:picChg chg="del">
          <ac:chgData name="Kota Suzuki" userId="61e5dec59f464585" providerId="LiveId" clId="{83547AD0-8599-4E99-8AFA-78B8A29CEA01}" dt="2026-08-21T13:49:25.122" v="5175" actId="478"/>
          <ac:picMkLst>
            <pc:docMk/>
            <pc:sldMk cId="3087302131" sldId="275"/>
            <ac:picMk id="11" creationId="{579F5DCE-26AD-8D73-571C-9417BDFC9554}"/>
          </ac:picMkLst>
        </pc:picChg>
        <pc:picChg chg="add mod modCrop">
          <ac:chgData name="Kota Suzuki" userId="61e5dec59f464585" providerId="LiveId" clId="{83547AD0-8599-4E99-8AFA-78B8A29CEA01}" dt="2026-08-21T14:03:35.478" v="5512" actId="1076"/>
          <ac:picMkLst>
            <pc:docMk/>
            <pc:sldMk cId="3087302131" sldId="275"/>
            <ac:picMk id="12" creationId="{A646A7AA-5413-049D-D8F5-169C078BBEA6}"/>
          </ac:picMkLst>
        </pc:picChg>
        <pc:picChg chg="del">
          <ac:chgData name="Kota Suzuki" userId="61e5dec59f464585" providerId="LiveId" clId="{83547AD0-8599-4E99-8AFA-78B8A29CEA01}" dt="2026-08-21T13:49:22.884" v="5174" actId="478"/>
          <ac:picMkLst>
            <pc:docMk/>
            <pc:sldMk cId="3087302131" sldId="275"/>
            <ac:picMk id="14" creationId="{00FF64EF-6965-FDFA-E324-B37458DD98EC}"/>
          </ac:picMkLst>
        </pc:picChg>
        <pc:picChg chg="add del mod ord">
          <ac:chgData name="Kota Suzuki" userId="61e5dec59f464585" providerId="LiveId" clId="{83547AD0-8599-4E99-8AFA-78B8A29CEA01}" dt="2026-08-21T13:59:45.786" v="5364" actId="478"/>
          <ac:picMkLst>
            <pc:docMk/>
            <pc:sldMk cId="3087302131" sldId="275"/>
            <ac:picMk id="29" creationId="{9E697909-645B-9A56-95D2-F474EDCF10D1}"/>
          </ac:picMkLst>
        </pc:picChg>
        <pc:picChg chg="add mod">
          <ac:chgData name="Kota Suzuki" userId="61e5dec59f464585" providerId="LiveId" clId="{83547AD0-8599-4E99-8AFA-78B8A29CEA01}" dt="2026-08-21T14:03:39.397" v="5515" actId="1037"/>
          <ac:picMkLst>
            <pc:docMk/>
            <pc:sldMk cId="3087302131" sldId="275"/>
            <ac:picMk id="35" creationId="{F1AA3FA7-F309-0B53-39E6-F235711E65D6}"/>
          </ac:picMkLst>
        </pc:picChg>
        <pc:cxnChg chg="add del mod">
          <ac:chgData name="Kota Suzuki" userId="61e5dec59f464585" providerId="LiveId" clId="{83547AD0-8599-4E99-8AFA-78B8A29CEA01}" dt="2026-08-21T13:57:07.998" v="5333" actId="478"/>
          <ac:cxnSpMkLst>
            <pc:docMk/>
            <pc:sldMk cId="3087302131" sldId="275"/>
            <ac:cxnSpMk id="15" creationId="{DB139100-5265-6073-4572-E2F2359FFD28}"/>
          </ac:cxnSpMkLst>
        </pc:cxnChg>
        <pc:cxnChg chg="add mod">
          <ac:chgData name="Kota Suzuki" userId="61e5dec59f464585" providerId="LiveId" clId="{83547AD0-8599-4E99-8AFA-78B8A29CEA01}" dt="2026-08-21T14:03:03.129" v="5504" actId="1076"/>
          <ac:cxnSpMkLst>
            <pc:docMk/>
            <pc:sldMk cId="3087302131" sldId="275"/>
            <ac:cxnSpMk id="20" creationId="{E93217DE-6158-4985-DE2C-AE9CC7BE66CD}"/>
          </ac:cxnSpMkLst>
        </pc:cxnChg>
        <pc:cxnChg chg="add del mod">
          <ac:chgData name="Kota Suzuki" userId="61e5dec59f464585" providerId="LiveId" clId="{83547AD0-8599-4E99-8AFA-78B8A29CEA01}" dt="2026-08-21T13:59:55.946" v="5366" actId="478"/>
          <ac:cxnSpMkLst>
            <pc:docMk/>
            <pc:sldMk cId="3087302131" sldId="275"/>
            <ac:cxnSpMk id="27" creationId="{A4B8D146-779C-0649-EFFC-F759F4108FAE}"/>
          </ac:cxnSpMkLst>
        </pc:cxnChg>
        <pc:cxnChg chg="add mod">
          <ac:chgData name="Kota Suzuki" userId="61e5dec59f464585" providerId="LiveId" clId="{83547AD0-8599-4E99-8AFA-78B8A29CEA01}" dt="2026-08-21T14:03:03.129" v="5504" actId="1076"/>
          <ac:cxnSpMkLst>
            <pc:docMk/>
            <pc:sldMk cId="3087302131" sldId="275"/>
            <ac:cxnSpMk id="31" creationId="{D118AF1D-CDEE-D120-2E79-3D577D37B1BD}"/>
          </ac:cxnSpMkLst>
        </pc:cxnChg>
      </pc:sldChg>
      <pc:sldChg chg="addSp delSp modSp add mod">
        <pc:chgData name="Kota Suzuki" userId="61e5dec59f464585" providerId="LiveId" clId="{83547AD0-8599-4E99-8AFA-78B8A29CEA01}" dt="2026-08-21T14:28:53.136" v="6650" actId="1038"/>
        <pc:sldMkLst>
          <pc:docMk/>
          <pc:sldMk cId="972254494" sldId="276"/>
        </pc:sldMkLst>
        <pc:spChg chg="mod">
          <ac:chgData name="Kota Suzuki" userId="61e5dec59f464585" providerId="LiveId" clId="{83547AD0-8599-4E99-8AFA-78B8A29CEA01}" dt="2026-08-21T14:05:17.017" v="5637" actId="20577"/>
          <ac:spMkLst>
            <pc:docMk/>
            <pc:sldMk cId="972254494" sldId="276"/>
            <ac:spMk id="3" creationId="{F5E93CCC-9B3D-7146-8DA6-E347A4E6D61F}"/>
          </ac:spMkLst>
        </pc:spChg>
        <pc:spChg chg="add mod">
          <ac:chgData name="Kota Suzuki" userId="61e5dec59f464585" providerId="LiveId" clId="{83547AD0-8599-4E99-8AFA-78B8A29CEA01}" dt="2026-08-21T14:10:33.760" v="5848" actId="403"/>
          <ac:spMkLst>
            <pc:docMk/>
            <pc:sldMk cId="972254494" sldId="276"/>
            <ac:spMk id="7" creationId="{263C9ABB-F60E-3154-524C-9DFE78499210}"/>
          </ac:spMkLst>
        </pc:spChg>
        <pc:spChg chg="mod">
          <ac:chgData name="Kota Suzuki" userId="61e5dec59f464585" providerId="LiveId" clId="{83547AD0-8599-4E99-8AFA-78B8A29CEA01}" dt="2026-08-21T14:10:29.897" v="5847" actId="403"/>
          <ac:spMkLst>
            <pc:docMk/>
            <pc:sldMk cId="972254494" sldId="276"/>
            <ac:spMk id="8" creationId="{BED72C29-F7E3-D528-4869-7B3A1E6FF4DF}"/>
          </ac:spMkLst>
        </pc:spChg>
        <pc:spChg chg="add mod ord">
          <ac:chgData name="Kota Suzuki" userId="61e5dec59f464585" providerId="LiveId" clId="{83547AD0-8599-4E99-8AFA-78B8A29CEA01}" dt="2026-08-21T14:10:36.747" v="5849" actId="403"/>
          <ac:spMkLst>
            <pc:docMk/>
            <pc:sldMk cId="972254494" sldId="276"/>
            <ac:spMk id="11" creationId="{8A65F6A2-E9AD-92A0-18E3-9F909BCDA6B5}"/>
          </ac:spMkLst>
        </pc:spChg>
        <pc:spChg chg="add mod">
          <ac:chgData name="Kota Suzuki" userId="61e5dec59f464585" providerId="LiveId" clId="{83547AD0-8599-4E99-8AFA-78B8A29CEA01}" dt="2026-08-21T14:10:40.328" v="5850" actId="403"/>
          <ac:spMkLst>
            <pc:docMk/>
            <pc:sldMk cId="972254494" sldId="276"/>
            <ac:spMk id="14" creationId="{139EF688-1EF6-2E1E-08A6-167EB6CC2259}"/>
          </ac:spMkLst>
        </pc:spChg>
        <pc:spChg chg="del mod">
          <ac:chgData name="Kota Suzuki" userId="61e5dec59f464585" providerId="LiveId" clId="{83547AD0-8599-4E99-8AFA-78B8A29CEA01}" dt="2026-08-21T14:05:44.252" v="5642" actId="478"/>
          <ac:spMkLst>
            <pc:docMk/>
            <pc:sldMk cId="972254494" sldId="276"/>
            <ac:spMk id="16" creationId="{09DE9D6C-7370-F490-FBFC-0DAC6BA0A9C3}"/>
          </ac:spMkLst>
        </pc:spChg>
        <pc:spChg chg="del mod">
          <ac:chgData name="Kota Suzuki" userId="61e5dec59f464585" providerId="LiveId" clId="{83547AD0-8599-4E99-8AFA-78B8A29CEA01}" dt="2026-08-21T14:05:44.252" v="5642" actId="478"/>
          <ac:spMkLst>
            <pc:docMk/>
            <pc:sldMk cId="972254494" sldId="276"/>
            <ac:spMk id="25" creationId="{0ACE70BD-802D-95A2-4731-B0A58DFCE414}"/>
          </ac:spMkLst>
        </pc:spChg>
        <pc:spChg chg="add mod">
          <ac:chgData name="Kota Suzuki" userId="61e5dec59f464585" providerId="LiveId" clId="{83547AD0-8599-4E99-8AFA-78B8A29CEA01}" dt="2026-08-21T14:28:53.136" v="6650" actId="1038"/>
          <ac:spMkLst>
            <pc:docMk/>
            <pc:sldMk cId="972254494" sldId="276"/>
            <ac:spMk id="29" creationId="{38057242-6003-0B36-A08C-8444C3A8A61A}"/>
          </ac:spMkLst>
        </pc:spChg>
        <pc:spChg chg="add mod">
          <ac:chgData name="Kota Suzuki" userId="61e5dec59f464585" providerId="LiveId" clId="{83547AD0-8599-4E99-8AFA-78B8A29CEA01}" dt="2026-08-21T14:28:53.136" v="6650" actId="1038"/>
          <ac:spMkLst>
            <pc:docMk/>
            <pc:sldMk cId="972254494" sldId="276"/>
            <ac:spMk id="32" creationId="{30C1840E-F419-F308-DC3E-42DCC043CB3A}"/>
          </ac:spMkLst>
        </pc:spChg>
        <pc:spChg chg="del mod">
          <ac:chgData name="Kota Suzuki" userId="61e5dec59f464585" providerId="LiveId" clId="{83547AD0-8599-4E99-8AFA-78B8A29CEA01}" dt="2026-08-21T14:05:44.252" v="5642" actId="478"/>
          <ac:spMkLst>
            <pc:docMk/>
            <pc:sldMk cId="972254494" sldId="276"/>
            <ac:spMk id="33" creationId="{F9B2CBD0-CECF-CFEE-8D25-101410571BC8}"/>
          </ac:spMkLst>
        </pc:spChg>
        <pc:spChg chg="add mod">
          <ac:chgData name="Kota Suzuki" userId="61e5dec59f464585" providerId="LiveId" clId="{83547AD0-8599-4E99-8AFA-78B8A29CEA01}" dt="2026-08-21T14:28:53.136" v="6650" actId="1038"/>
          <ac:spMkLst>
            <pc:docMk/>
            <pc:sldMk cId="972254494" sldId="276"/>
            <ac:spMk id="36" creationId="{9271ED51-1A27-1CA6-23B2-E5C464912BB5}"/>
          </ac:spMkLst>
        </pc:spChg>
        <pc:spChg chg="del">
          <ac:chgData name="Kota Suzuki" userId="61e5dec59f464585" providerId="LiveId" clId="{83547AD0-8599-4E99-8AFA-78B8A29CEA01}" dt="2026-08-21T14:05:44.252" v="5642" actId="478"/>
          <ac:spMkLst>
            <pc:docMk/>
            <pc:sldMk cId="972254494" sldId="276"/>
            <ac:spMk id="37" creationId="{06C790EA-D8EE-6FF0-DBF6-45D2CE034A2E}"/>
          </ac:spMkLst>
        </pc:spChg>
        <pc:spChg chg="add mod">
          <ac:chgData name="Kota Suzuki" userId="61e5dec59f464585" providerId="LiveId" clId="{83547AD0-8599-4E99-8AFA-78B8A29CEA01}" dt="2026-08-21T14:28:53.136" v="6650" actId="1038"/>
          <ac:spMkLst>
            <pc:docMk/>
            <pc:sldMk cId="972254494" sldId="276"/>
            <ac:spMk id="39" creationId="{20DC20F0-D6BE-E741-2B91-18FC35FF4755}"/>
          </ac:spMkLst>
        </pc:spChg>
        <pc:grpChg chg="add mod">
          <ac:chgData name="Kota Suzuki" userId="61e5dec59f464585" providerId="LiveId" clId="{83547AD0-8599-4E99-8AFA-78B8A29CEA01}" dt="2026-08-21T14:28:53.136" v="6650" actId="1038"/>
          <ac:grpSpMkLst>
            <pc:docMk/>
            <pc:sldMk cId="972254494" sldId="276"/>
            <ac:grpSpMk id="23" creationId="{66D51C82-CA73-533C-D16F-5F958DF3327F}"/>
          </ac:grpSpMkLst>
        </pc:grpChg>
        <pc:grpChg chg="add mod">
          <ac:chgData name="Kota Suzuki" userId="61e5dec59f464585" providerId="LiveId" clId="{83547AD0-8599-4E99-8AFA-78B8A29CEA01}" dt="2026-08-21T14:28:53.136" v="6650" actId="1038"/>
          <ac:grpSpMkLst>
            <pc:docMk/>
            <pc:sldMk cId="972254494" sldId="276"/>
            <ac:grpSpMk id="24" creationId="{B4FAF9EC-664D-69CE-2BED-45B9179BECF9}"/>
          </ac:grpSpMkLst>
        </pc:grpChg>
        <pc:grpChg chg="add mod">
          <ac:chgData name="Kota Suzuki" userId="61e5dec59f464585" providerId="LiveId" clId="{83547AD0-8599-4E99-8AFA-78B8A29CEA01}" dt="2026-08-21T14:28:53.136" v="6650" actId="1038"/>
          <ac:grpSpMkLst>
            <pc:docMk/>
            <pc:sldMk cId="972254494" sldId="276"/>
            <ac:grpSpMk id="26" creationId="{FAA7B1E1-31B2-F273-95CF-A4C2531D9391}"/>
          </ac:grpSpMkLst>
        </pc:grpChg>
        <pc:grpChg chg="add mod">
          <ac:chgData name="Kota Suzuki" userId="61e5dec59f464585" providerId="LiveId" clId="{83547AD0-8599-4E99-8AFA-78B8A29CEA01}" dt="2026-08-21T14:28:53.136" v="6650" actId="1038"/>
          <ac:grpSpMkLst>
            <pc:docMk/>
            <pc:sldMk cId="972254494" sldId="276"/>
            <ac:grpSpMk id="27" creationId="{3FAA0752-5386-32C6-0269-D05A7231542A}"/>
          </ac:grpSpMkLst>
        </pc:grpChg>
        <pc:picChg chg="mod">
          <ac:chgData name="Kota Suzuki" userId="61e5dec59f464585" providerId="LiveId" clId="{83547AD0-8599-4E99-8AFA-78B8A29CEA01}" dt="2026-08-21T14:07:36.878" v="5822" actId="164"/>
          <ac:picMkLst>
            <pc:docMk/>
            <pc:sldMk cId="972254494" sldId="276"/>
            <ac:picMk id="4" creationId="{D902FFCA-3442-3CD4-4551-A237353F1348}"/>
          </ac:picMkLst>
        </pc:picChg>
        <pc:picChg chg="del mod">
          <ac:chgData name="Kota Suzuki" userId="61e5dec59f464585" providerId="LiveId" clId="{83547AD0-8599-4E99-8AFA-78B8A29CEA01}" dt="2026-08-21T14:05:44.252" v="5642" actId="478"/>
          <ac:picMkLst>
            <pc:docMk/>
            <pc:sldMk cId="972254494" sldId="276"/>
            <ac:picMk id="6" creationId="{73D94686-5A0B-CCBC-9C46-FA22D38CE42D}"/>
          </ac:picMkLst>
        </pc:picChg>
        <pc:picChg chg="del mod">
          <ac:chgData name="Kota Suzuki" userId="61e5dec59f464585" providerId="LiveId" clId="{83547AD0-8599-4E99-8AFA-78B8A29CEA01}" dt="2026-08-21T14:05:44.252" v="5642" actId="478"/>
          <ac:picMkLst>
            <pc:docMk/>
            <pc:sldMk cId="972254494" sldId="276"/>
            <ac:picMk id="9" creationId="{57046F10-5A78-EEB5-D575-5C8C478D5484}"/>
          </ac:picMkLst>
        </pc:picChg>
        <pc:picChg chg="del mod">
          <ac:chgData name="Kota Suzuki" userId="61e5dec59f464585" providerId="LiveId" clId="{83547AD0-8599-4E99-8AFA-78B8A29CEA01}" dt="2026-08-21T14:05:44.252" v="5642" actId="478"/>
          <ac:picMkLst>
            <pc:docMk/>
            <pc:sldMk cId="972254494" sldId="276"/>
            <ac:picMk id="12" creationId="{59BFA823-0AB8-D2B4-8516-304656747633}"/>
          </ac:picMkLst>
        </pc:picChg>
        <pc:picChg chg="add mod ord">
          <ac:chgData name="Kota Suzuki" userId="61e5dec59f464585" providerId="LiveId" clId="{83547AD0-8599-4E99-8AFA-78B8A29CEA01}" dt="2026-08-21T14:07:32.145" v="5821" actId="164"/>
          <ac:picMkLst>
            <pc:docMk/>
            <pc:sldMk cId="972254494" sldId="276"/>
            <ac:picMk id="17" creationId="{5269218E-8639-2F2D-CAE7-512104E25C8B}"/>
          </ac:picMkLst>
        </pc:picChg>
        <pc:picChg chg="add mod">
          <ac:chgData name="Kota Suzuki" userId="61e5dec59f464585" providerId="LiveId" clId="{83547AD0-8599-4E99-8AFA-78B8A29CEA01}" dt="2026-08-21T14:08:50.572" v="5841" actId="164"/>
          <ac:picMkLst>
            <pc:docMk/>
            <pc:sldMk cId="972254494" sldId="276"/>
            <ac:picMk id="19" creationId="{DE2C9CE7-CA30-6371-3C44-ADC352505852}"/>
          </ac:picMkLst>
        </pc:picChg>
        <pc:picChg chg="add mod ord">
          <ac:chgData name="Kota Suzuki" userId="61e5dec59f464585" providerId="LiveId" clId="{83547AD0-8599-4E99-8AFA-78B8A29CEA01}" dt="2026-08-21T14:08:15.658" v="5832" actId="164"/>
          <ac:picMkLst>
            <pc:docMk/>
            <pc:sldMk cId="972254494" sldId="276"/>
            <ac:picMk id="22" creationId="{EBCD69CF-127C-540F-47F5-6E6F068B63B9}"/>
          </ac:picMkLst>
        </pc:picChg>
        <pc:picChg chg="del mod">
          <ac:chgData name="Kota Suzuki" userId="61e5dec59f464585" providerId="LiveId" clId="{83547AD0-8599-4E99-8AFA-78B8A29CEA01}" dt="2026-08-21T14:05:44.252" v="5642" actId="478"/>
          <ac:picMkLst>
            <pc:docMk/>
            <pc:sldMk cId="972254494" sldId="276"/>
            <ac:picMk id="35" creationId="{0E5BF159-3091-4854-B7CD-4E3D5F164D81}"/>
          </ac:picMkLst>
        </pc:picChg>
        <pc:cxnChg chg="del">
          <ac:chgData name="Kota Suzuki" userId="61e5dec59f464585" providerId="LiveId" clId="{83547AD0-8599-4E99-8AFA-78B8A29CEA01}" dt="2026-08-21T14:05:46.653" v="5643" actId="478"/>
          <ac:cxnSpMkLst>
            <pc:docMk/>
            <pc:sldMk cId="972254494" sldId="276"/>
            <ac:cxnSpMk id="20" creationId="{C49DCEF5-0AEE-DD6C-D6EB-79E1B66AFA35}"/>
          </ac:cxnSpMkLst>
        </pc:cxnChg>
        <pc:cxnChg chg="del mod">
          <ac:chgData name="Kota Suzuki" userId="61e5dec59f464585" providerId="LiveId" clId="{83547AD0-8599-4E99-8AFA-78B8A29CEA01}" dt="2026-08-21T14:05:44.252" v="5642" actId="478"/>
          <ac:cxnSpMkLst>
            <pc:docMk/>
            <pc:sldMk cId="972254494" sldId="276"/>
            <ac:cxnSpMk id="31" creationId="{E0A62367-FFB0-9576-DA6F-BB0B8F8EE865}"/>
          </ac:cxnSpMkLst>
        </pc:cxnChg>
      </pc:sldChg>
      <pc:sldChg chg="addSp delSp modSp add mod">
        <pc:chgData name="Kota Suzuki" userId="61e5dec59f464585" providerId="LiveId" clId="{83547AD0-8599-4E99-8AFA-78B8A29CEA01}" dt="2026-08-21T14:31:08.559" v="6856" actId="20577"/>
        <pc:sldMkLst>
          <pc:docMk/>
          <pc:sldMk cId="1116869727" sldId="277"/>
        </pc:sldMkLst>
        <pc:spChg chg="del">
          <ac:chgData name="Kota Suzuki" userId="61e5dec59f464585" providerId="LiveId" clId="{83547AD0-8599-4E99-8AFA-78B8A29CEA01}" dt="2026-08-21T14:29:28.124" v="6654" actId="478"/>
          <ac:spMkLst>
            <pc:docMk/>
            <pc:sldMk cId="1116869727" sldId="277"/>
            <ac:spMk id="2" creationId="{46608D41-C791-1FFE-6239-91D99B85605C}"/>
          </ac:spMkLst>
        </pc:spChg>
        <pc:spChg chg="mod">
          <ac:chgData name="Kota Suzuki" userId="61e5dec59f464585" providerId="LiveId" clId="{83547AD0-8599-4E99-8AFA-78B8A29CEA01}" dt="2026-08-21T14:31:08.559" v="6856" actId="20577"/>
          <ac:spMkLst>
            <pc:docMk/>
            <pc:sldMk cId="1116869727" sldId="277"/>
            <ac:spMk id="3" creationId="{1BF105F5-773E-627E-9CC6-962264979B42}"/>
          </ac:spMkLst>
        </pc:spChg>
        <pc:spChg chg="del">
          <ac:chgData name="Kota Suzuki" userId="61e5dec59f464585" providerId="LiveId" clId="{83547AD0-8599-4E99-8AFA-78B8A29CEA01}" dt="2026-08-21T14:29:24.818" v="6653" actId="478"/>
          <ac:spMkLst>
            <pc:docMk/>
            <pc:sldMk cId="1116869727" sldId="277"/>
            <ac:spMk id="29" creationId="{301C28A5-7849-1A40-6CB1-3BF34520FD47}"/>
          </ac:spMkLst>
        </pc:spChg>
        <pc:spChg chg="del">
          <ac:chgData name="Kota Suzuki" userId="61e5dec59f464585" providerId="LiveId" clId="{83547AD0-8599-4E99-8AFA-78B8A29CEA01}" dt="2026-08-21T14:29:24.818" v="6653" actId="478"/>
          <ac:spMkLst>
            <pc:docMk/>
            <pc:sldMk cId="1116869727" sldId="277"/>
            <ac:spMk id="32" creationId="{1AAF28B4-A680-EFE4-B5FA-3DAAA6AAA219}"/>
          </ac:spMkLst>
        </pc:spChg>
        <pc:spChg chg="del">
          <ac:chgData name="Kota Suzuki" userId="61e5dec59f464585" providerId="LiveId" clId="{83547AD0-8599-4E99-8AFA-78B8A29CEA01}" dt="2026-08-21T14:29:24.818" v="6653" actId="478"/>
          <ac:spMkLst>
            <pc:docMk/>
            <pc:sldMk cId="1116869727" sldId="277"/>
            <ac:spMk id="36" creationId="{5AD290D5-189A-6A92-EF7D-FEA28CF40159}"/>
          </ac:spMkLst>
        </pc:spChg>
        <pc:spChg chg="del">
          <ac:chgData name="Kota Suzuki" userId="61e5dec59f464585" providerId="LiveId" clId="{83547AD0-8599-4E99-8AFA-78B8A29CEA01}" dt="2026-08-21T14:29:24.818" v="6653" actId="478"/>
          <ac:spMkLst>
            <pc:docMk/>
            <pc:sldMk cId="1116869727" sldId="277"/>
            <ac:spMk id="39" creationId="{6F9DB79E-A6D9-6BA8-D34E-92CC5739D01D}"/>
          </ac:spMkLst>
        </pc:spChg>
        <pc:grpChg chg="del">
          <ac:chgData name="Kota Suzuki" userId="61e5dec59f464585" providerId="LiveId" clId="{83547AD0-8599-4E99-8AFA-78B8A29CEA01}" dt="2026-08-21T14:29:24.818" v="6653" actId="478"/>
          <ac:grpSpMkLst>
            <pc:docMk/>
            <pc:sldMk cId="1116869727" sldId="277"/>
            <ac:grpSpMk id="23" creationId="{0037F745-88F2-FC8E-E243-0C0752472627}"/>
          </ac:grpSpMkLst>
        </pc:grpChg>
        <pc:grpChg chg="del">
          <ac:chgData name="Kota Suzuki" userId="61e5dec59f464585" providerId="LiveId" clId="{83547AD0-8599-4E99-8AFA-78B8A29CEA01}" dt="2026-08-21T14:29:24.818" v="6653" actId="478"/>
          <ac:grpSpMkLst>
            <pc:docMk/>
            <pc:sldMk cId="1116869727" sldId="277"/>
            <ac:grpSpMk id="24" creationId="{898F033D-984D-9FD3-0C4B-D10B718E6A44}"/>
          </ac:grpSpMkLst>
        </pc:grpChg>
        <pc:grpChg chg="del">
          <ac:chgData name="Kota Suzuki" userId="61e5dec59f464585" providerId="LiveId" clId="{83547AD0-8599-4E99-8AFA-78B8A29CEA01}" dt="2026-08-21T14:29:24.818" v="6653" actId="478"/>
          <ac:grpSpMkLst>
            <pc:docMk/>
            <pc:sldMk cId="1116869727" sldId="277"/>
            <ac:grpSpMk id="26" creationId="{C7B61BE0-FD76-2984-8393-BC22F8B48C92}"/>
          </ac:grpSpMkLst>
        </pc:grpChg>
        <pc:grpChg chg="del">
          <ac:chgData name="Kota Suzuki" userId="61e5dec59f464585" providerId="LiveId" clId="{83547AD0-8599-4E99-8AFA-78B8A29CEA01}" dt="2026-08-21T14:29:24.818" v="6653" actId="478"/>
          <ac:grpSpMkLst>
            <pc:docMk/>
            <pc:sldMk cId="1116869727" sldId="277"/>
            <ac:grpSpMk id="27" creationId="{E207AED3-8522-6A1B-190E-D786774E927F}"/>
          </ac:grpSpMkLst>
        </pc:grpChg>
        <pc:picChg chg="add mod">
          <ac:chgData name="Kota Suzuki" userId="61e5dec59f464585" providerId="LiveId" clId="{83547AD0-8599-4E99-8AFA-78B8A29CEA01}" dt="2026-08-21T14:30:37.819" v="6839" actId="1076"/>
          <ac:picMkLst>
            <pc:docMk/>
            <pc:sldMk cId="1116869727" sldId="277"/>
            <ac:picMk id="6" creationId="{FC80D772-3405-D699-0582-4DEFC77430A0}"/>
          </ac:picMkLst>
        </pc:picChg>
      </pc:sldChg>
      <pc:sldChg chg="add">
        <pc:chgData name="Kota Suzuki" userId="61e5dec59f464585" providerId="LiveId" clId="{83547AD0-8599-4E99-8AFA-78B8A29CEA01}" dt="2026-08-21T14:30:59.348" v="6840"/>
        <pc:sldMkLst>
          <pc:docMk/>
          <pc:sldMk cId="0" sldId="278"/>
        </pc:sldMkLst>
      </pc:sldChg>
      <pc:sldChg chg="add">
        <pc:chgData name="Kota Suzuki" userId="61e5dec59f464585" providerId="LiveId" clId="{83547AD0-8599-4E99-8AFA-78B8A29CEA01}" dt="2026-08-21T14:30:59.348" v="6840"/>
        <pc:sldMkLst>
          <pc:docMk/>
          <pc:sldMk cId="0" sldId="27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21/08/2026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21/08/2026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21/08/2026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21/08/2026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21/08/2026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21/08/2026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21/08/2026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21/08/2026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p:cNvPicPr>
          <p:nvPr>
            <p:ph/>
          </p:nvPr>
        </p:nvPicPr>
        <p:blipFill>
          <a:blip r:embed="rId2"/>
          <a:stretch>
            <a:fillRect/>
          </a:stretch>
        </p:blipFill>
        <p:spPr>
          <a:xfrm>
            <a:off x="0" y="0"/>
            <a:ext cx="12191695" cy="6858000"/>
          </a:xfrm>
          <a:prstGeom prst="rect">
            <a:avLst/>
          </a:prstGeom>
        </p:spPr>
      </p:pic>
      <p:sp>
        <p:nvSpPr>
          <p:cNvPr id="3" name="コンテンツ プレースホルダー 2"/>
          <p:cNvSpPr>
            <a:spLocks noGrp="1"/>
          </p:cNvSpPr>
          <p:nvPr>
            <p:ph/>
          </p:nvPr>
        </p:nvSpPr>
        <p:spPr>
          <a:xfrm>
            <a:off x="777240" y="1600200"/>
            <a:ext cx="6400800" cy="292608"/>
          </a:xfrm>
        </p:spPr>
        <p:txBody>
          <a:bodyPr/>
          <a:lstStyle/>
          <a:p>
            <a:pPr marL="0" marR="0" indent="0" algn="l">
              <a:lnSpc>
                <a:spcPct val="100000"/>
              </a:lnSpc>
              <a:spcBef>
                <a:spcPts val="0"/>
              </a:spcBef>
              <a:spcAft>
                <a:spcPts val="0"/>
              </a:spcAft>
              <a:buNone/>
            </a:pPr>
            <a:r>
              <a:rPr sz="1300" b="1" i="0" u="none" strike="noStrike" cap="none">
                <a:solidFill>
                  <a:srgbClr val="7FB2D4">
                    <a:alpha val="100000"/>
                  </a:srgbClr>
                </a:solidFill>
                <a:latin typeface="Yu Gothic"/>
                <a:cs typeface="Yu Gothic"/>
                <a:sym typeface="Yu Gothic"/>
              </a:rPr>
              <a:t>CLAUDE CODE 活用事例</a:t>
            </a:r>
          </a:p>
        </p:txBody>
      </p:sp>
      <p:sp>
        <p:nvSpPr>
          <p:cNvPr id="4" name="コンテンツ プレースホルダー 3"/>
          <p:cNvSpPr>
            <a:spLocks noGrp="1"/>
          </p:cNvSpPr>
          <p:nvPr>
            <p:ph/>
          </p:nvPr>
        </p:nvSpPr>
        <p:spPr>
          <a:xfrm>
            <a:off x="777240" y="2011680"/>
            <a:ext cx="6583680" cy="731520"/>
          </a:xfrm>
        </p:spPr>
        <p:txBody>
          <a:bodyPr/>
          <a:lstStyle/>
          <a:p>
            <a:pPr marL="0" marR="0" indent="0" algn="l">
              <a:lnSpc>
                <a:spcPct val="100000"/>
              </a:lnSpc>
              <a:spcBef>
                <a:spcPts val="0"/>
              </a:spcBef>
              <a:spcAft>
                <a:spcPts val="0"/>
              </a:spcAft>
              <a:buNone/>
            </a:pPr>
            <a:r>
              <a:rPr sz="4000" b="1" i="0" u="none" strike="noStrike" cap="none">
                <a:solidFill>
                  <a:srgbClr val="FFFFFF">
                    <a:alpha val="100000"/>
                  </a:srgbClr>
                </a:solidFill>
                <a:latin typeface="Yu Gothic"/>
                <a:cs typeface="Yu Gothic"/>
                <a:sym typeface="Yu Gothic"/>
              </a:rPr>
              <a:t>ボストン住宅価格の</a:t>
            </a:r>
          </a:p>
        </p:txBody>
      </p:sp>
      <p:sp>
        <p:nvSpPr>
          <p:cNvPr id="5" name="コンテンツ プレースホルダー 4"/>
          <p:cNvSpPr>
            <a:spLocks noGrp="1"/>
          </p:cNvSpPr>
          <p:nvPr>
            <p:ph/>
          </p:nvPr>
        </p:nvSpPr>
        <p:spPr>
          <a:xfrm>
            <a:off x="777240" y="2743200"/>
            <a:ext cx="6583680" cy="731520"/>
          </a:xfrm>
        </p:spPr>
        <p:txBody>
          <a:bodyPr/>
          <a:lstStyle/>
          <a:p>
            <a:pPr marL="0" marR="0" indent="0" algn="l">
              <a:lnSpc>
                <a:spcPct val="100000"/>
              </a:lnSpc>
              <a:spcBef>
                <a:spcPts val="0"/>
              </a:spcBef>
              <a:spcAft>
                <a:spcPts val="0"/>
              </a:spcAft>
              <a:buNone/>
            </a:pPr>
            <a:r>
              <a:rPr sz="4000" b="1" i="0" u="none" strike="noStrike" cap="none" dirty="0" err="1">
                <a:solidFill>
                  <a:srgbClr val="FFFFFF">
                    <a:alpha val="100000"/>
                  </a:srgbClr>
                </a:solidFill>
                <a:latin typeface="Yu Gothic"/>
                <a:cs typeface="Yu Gothic"/>
                <a:sym typeface="Yu Gothic"/>
              </a:rPr>
              <a:t>統計モデリング</a:t>
            </a:r>
            <a:endParaRPr sz="4000" b="1" i="0" u="none" strike="noStrike" cap="none" dirty="0">
              <a:solidFill>
                <a:srgbClr val="FFFFFF">
                  <a:alpha val="100000"/>
                </a:srgbClr>
              </a:solidFill>
              <a:latin typeface="Yu Gothic"/>
              <a:cs typeface="Yu Gothic"/>
              <a:sym typeface="Yu Gothic"/>
            </a:endParaRPr>
          </a:p>
        </p:txBody>
      </p:sp>
      <p:sp>
        <p:nvSpPr>
          <p:cNvPr id="6" name="コンテンツ プレースホルダー 5"/>
          <p:cNvSpPr>
            <a:spLocks noGrp="1"/>
          </p:cNvSpPr>
          <p:nvPr>
            <p:ph/>
          </p:nvPr>
        </p:nvSpPr>
        <p:spPr>
          <a:xfrm>
            <a:off x="777240" y="3657600"/>
            <a:ext cx="6400800" cy="365760"/>
          </a:xfrm>
        </p:spPr>
        <p:txBody>
          <a:bodyPr/>
          <a:lstStyle/>
          <a:p>
            <a:pPr marL="0" marR="0" indent="0" algn="l">
              <a:lnSpc>
                <a:spcPct val="100000"/>
              </a:lnSpc>
              <a:spcBef>
                <a:spcPts val="0"/>
              </a:spcBef>
              <a:spcAft>
                <a:spcPts val="0"/>
              </a:spcAft>
              <a:buNone/>
            </a:pPr>
            <a:r>
              <a:rPr sz="1350" b="0" i="0" u="none" strike="noStrike" cap="none">
                <a:solidFill>
                  <a:srgbClr val="BBD3E4">
                    <a:alpha val="100000"/>
                  </a:srgbClr>
                </a:solidFill>
                <a:latin typeface="Yu Gothic"/>
                <a:cs typeface="Yu Gothic"/>
                <a:sym typeface="Yu Gothic"/>
              </a:rPr>
              <a:t>重回帰モデルの探索  →  解釈可能性の制約設計  →  空間相関（CAR モデル）</a:t>
            </a:r>
          </a:p>
        </p:txBody>
      </p:sp>
      <p:sp>
        <p:nvSpPr>
          <p:cNvPr id="7" name="コンテンツ プレースホルダー 6"/>
          <p:cNvSpPr>
            <a:spLocks noGrp="1"/>
          </p:cNvSpPr>
          <p:nvPr>
            <p:ph/>
          </p:nvPr>
        </p:nvSpPr>
        <p:spPr>
          <a:xfrm>
            <a:off x="777240" y="5257800"/>
            <a:ext cx="6858000" cy="292608"/>
          </a:xfrm>
        </p:spPr>
        <p:txBody>
          <a:bodyPr/>
          <a:lstStyle/>
          <a:p>
            <a:pPr marL="0" marR="0" indent="0" algn="l">
              <a:lnSpc>
                <a:spcPct val="100000"/>
              </a:lnSpc>
              <a:spcBef>
                <a:spcPts val="0"/>
              </a:spcBef>
              <a:spcAft>
                <a:spcPts val="0"/>
              </a:spcAft>
              <a:buNone/>
            </a:pPr>
            <a:r>
              <a:rPr sz="1150" b="0" i="0" u="none" strike="noStrike" cap="none">
                <a:solidFill>
                  <a:srgbClr val="7FB2D4">
                    <a:alpha val="100000"/>
                  </a:srgbClr>
                </a:solidFill>
                <a:latin typeface="Yu Gothic"/>
                <a:cs typeface="Yu Gothic"/>
                <a:sym typeface="Yu Gothic"/>
              </a:rPr>
              <a:t>R 4.5.1  ／  spdep・CARBayes・INLA  ／  22 スクリプト・2,440 行  ／  2026-08-21</a:t>
            </a:r>
          </a:p>
        </p:txBody>
      </p:sp>
      <p:sp>
        <p:nvSpPr>
          <p:cNvPr id="8" name="コンテンツ プレースホルダー 4">
            <a:extLst>
              <a:ext uri="{FF2B5EF4-FFF2-40B4-BE49-F238E27FC236}">
                <a16:creationId xmlns:a16="http://schemas.microsoft.com/office/drawing/2014/main" id="{CF35BA76-9AA6-F6E8-FE0A-9D13C0B20E5B}"/>
              </a:ext>
            </a:extLst>
          </p:cNvPr>
          <p:cNvSpPr txBox="1">
            <a:spLocks/>
          </p:cNvSpPr>
          <p:nvPr/>
        </p:nvSpPr>
        <p:spPr>
          <a:xfrm>
            <a:off x="839416" y="4732283"/>
            <a:ext cx="6583680" cy="496917"/>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ja-JP" altLang="en-US" b="1" dirty="0">
                <a:solidFill>
                  <a:srgbClr val="FFFFFF">
                    <a:alpha val="100000"/>
                  </a:srgbClr>
                </a:solidFill>
                <a:latin typeface="Yu Gothic"/>
                <a:cs typeface="Yu Gothic"/>
                <a:sym typeface="Yu Gothic"/>
              </a:rPr>
              <a:t>鈴木 康太</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はじめに</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lang="ja-JP" altLang="en-US" sz="2700" b="1" dirty="0">
                <a:solidFill>
                  <a:srgbClr val="102A43">
                    <a:alpha val="100000"/>
                  </a:srgbClr>
                </a:solidFill>
                <a:latin typeface="Yu Gothic"/>
                <a:cs typeface="Yu Gothic"/>
                <a:sym typeface="Yu Gothic"/>
              </a:rPr>
              <a:t>実行環境とアウトプット</a:t>
            </a:r>
            <a:endParaRPr sz="2700" b="1" i="0" u="none" strike="noStrike" cap="none" dirty="0">
              <a:solidFill>
                <a:srgbClr val="102A43">
                  <a:alpha val="100000"/>
                </a:srgbClr>
              </a:solidFill>
              <a:latin typeface="Yu Gothic"/>
              <a:cs typeface="Yu Gothic"/>
              <a:sym typeface="Yu Gothic"/>
            </a:endParaRPr>
          </a:p>
        </p:txBody>
      </p:sp>
      <p:pic>
        <p:nvPicPr>
          <p:cNvPr id="4" name="コンテンツ プレースホルダー 3"/>
          <p:cNvPicPr>
            <a:picLocks noGrp="1"/>
          </p:cNvPicPr>
          <p:nvPr>
            <p:ph/>
          </p:nvPr>
        </p:nvPicPr>
        <p:blipFill>
          <a:blip r:embed="rId2"/>
          <a:stretch>
            <a:fillRect/>
          </a:stretch>
        </p:blipFill>
        <p:spPr>
          <a:xfrm>
            <a:off x="570736" y="4053657"/>
            <a:ext cx="2606040" cy="1280160"/>
          </a:xfrm>
          <a:prstGeom prst="rect">
            <a:avLst/>
          </a:prstGeom>
        </p:spPr>
      </p:pic>
      <p:sp>
        <p:nvSpPr>
          <p:cNvPr id="5" name="コンテンツ プレースホルダー 4"/>
          <p:cNvSpPr>
            <a:spLocks noGrp="1"/>
          </p:cNvSpPr>
          <p:nvPr>
            <p:ph/>
          </p:nvPr>
        </p:nvSpPr>
        <p:spPr>
          <a:xfrm>
            <a:off x="799336" y="4163385"/>
            <a:ext cx="2194560" cy="640080"/>
          </a:xfrm>
        </p:spPr>
        <p:txBody>
          <a:bodyPr/>
          <a:lstStyle/>
          <a:p>
            <a:pPr marL="0" marR="0" indent="0" algn="l">
              <a:lnSpc>
                <a:spcPct val="100000"/>
              </a:lnSpc>
              <a:spcBef>
                <a:spcPts val="0"/>
              </a:spcBef>
              <a:spcAft>
                <a:spcPts val="0"/>
              </a:spcAft>
              <a:buNone/>
            </a:pPr>
            <a:r>
              <a:rPr sz="3400" b="1" i="0" u="none" strike="noStrike" cap="none">
                <a:solidFill>
                  <a:srgbClr val="12608A">
                    <a:alpha val="100000"/>
                  </a:srgbClr>
                </a:solidFill>
                <a:latin typeface="Yu Gothic"/>
                <a:cs typeface="Yu Gothic"/>
                <a:sym typeface="Yu Gothic"/>
              </a:rPr>
              <a:t>22</a:t>
            </a:r>
          </a:p>
        </p:txBody>
      </p:sp>
      <p:sp>
        <p:nvSpPr>
          <p:cNvPr id="6" name="コンテンツ プレースホルダー 5"/>
          <p:cNvSpPr>
            <a:spLocks noGrp="1"/>
          </p:cNvSpPr>
          <p:nvPr>
            <p:ph/>
          </p:nvPr>
        </p:nvSpPr>
        <p:spPr>
          <a:xfrm>
            <a:off x="799336" y="4830897"/>
            <a:ext cx="2194560" cy="320040"/>
          </a:xfrm>
        </p:spPr>
        <p:txBody>
          <a:bodyPr/>
          <a:lstStyle/>
          <a:p>
            <a:pPr marL="0" marR="0" indent="0" algn="l">
              <a:lnSpc>
                <a:spcPct val="100000"/>
              </a:lnSpc>
              <a:spcBef>
                <a:spcPts val="0"/>
              </a:spcBef>
              <a:spcAft>
                <a:spcPts val="0"/>
              </a:spcAft>
              <a:buNone/>
            </a:pPr>
            <a:r>
              <a:rPr lang="ja-JP" altLang="en-US" sz="1200" b="0" i="0" u="none" strike="noStrike" cap="none"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rPr>
              <a:t>生成した</a:t>
            </a:r>
            <a:r>
              <a:rPr lang="en-US" altLang="ja-JP" sz="1200" b="0" i="0" u="none" strike="noStrike" cap="none" dirty="0" err="1">
                <a:solidFill>
                  <a:srgbClr val="5A7184">
                    <a:alpha val="100000"/>
                  </a:srgbClr>
                </a:solidFill>
                <a:latin typeface="Yu Gothic"/>
                <a:cs typeface="Yu Gothic"/>
                <a:sym typeface="Yu Gothic"/>
              </a:rPr>
              <a:t>R</a:t>
            </a:r>
            <a:r>
              <a:rPr sz="1200" b="0" i="0" u="none" strike="noStrike" cap="none" dirty="0" err="1">
                <a:solidFill>
                  <a:srgbClr val="5A7184">
                    <a:alpha val="100000"/>
                  </a:srgbClr>
                </a:solidFill>
                <a:latin typeface="Yu Gothic"/>
                <a:cs typeface="Yu Gothic"/>
                <a:sym typeface="Yu Gothic"/>
              </a:rPr>
              <a:t>スクリプト</a:t>
            </a:r>
            <a:endParaRPr sz="1200" b="0" i="0" u="none" strike="noStrike" cap="none" dirty="0">
              <a:solidFill>
                <a:srgbClr val="5A7184">
                  <a:alpha val="100000"/>
                </a:srgbClr>
              </a:solidFill>
              <a:latin typeface="Yu Gothic"/>
              <a:cs typeface="Yu Gothic"/>
              <a:sym typeface="Yu Gothic"/>
            </a:endParaRPr>
          </a:p>
        </p:txBody>
      </p:sp>
      <p:pic>
        <p:nvPicPr>
          <p:cNvPr id="7" name="コンテンツ プレースホルダー 6"/>
          <p:cNvPicPr>
            <a:picLocks noGrp="1"/>
          </p:cNvPicPr>
          <p:nvPr>
            <p:ph/>
          </p:nvPr>
        </p:nvPicPr>
        <p:blipFill>
          <a:blip r:embed="rId2"/>
          <a:stretch>
            <a:fillRect/>
          </a:stretch>
        </p:blipFill>
        <p:spPr>
          <a:xfrm>
            <a:off x="3405376" y="4053657"/>
            <a:ext cx="2606040" cy="1280160"/>
          </a:xfrm>
          <a:prstGeom prst="rect">
            <a:avLst/>
          </a:prstGeom>
        </p:spPr>
      </p:pic>
      <p:sp>
        <p:nvSpPr>
          <p:cNvPr id="8" name="コンテンツ プレースホルダー 7"/>
          <p:cNvSpPr>
            <a:spLocks noGrp="1"/>
          </p:cNvSpPr>
          <p:nvPr>
            <p:ph/>
          </p:nvPr>
        </p:nvSpPr>
        <p:spPr>
          <a:xfrm>
            <a:off x="3633976" y="4163385"/>
            <a:ext cx="2194560" cy="640080"/>
          </a:xfrm>
        </p:spPr>
        <p:txBody>
          <a:bodyPr/>
          <a:lstStyle/>
          <a:p>
            <a:pPr marL="0" marR="0" indent="0" algn="l">
              <a:lnSpc>
                <a:spcPct val="100000"/>
              </a:lnSpc>
              <a:spcBef>
                <a:spcPts val="0"/>
              </a:spcBef>
              <a:spcAft>
                <a:spcPts val="0"/>
              </a:spcAft>
              <a:buNone/>
            </a:pPr>
            <a:r>
              <a:rPr sz="3400" b="1" i="0" u="none" strike="noStrike" cap="none">
                <a:solidFill>
                  <a:srgbClr val="12608A">
                    <a:alpha val="100000"/>
                  </a:srgbClr>
                </a:solidFill>
                <a:latin typeface="Yu Gothic"/>
                <a:cs typeface="Yu Gothic"/>
                <a:sym typeface="Yu Gothic"/>
              </a:rPr>
              <a:t>2,440</a:t>
            </a:r>
          </a:p>
        </p:txBody>
      </p:sp>
      <p:sp>
        <p:nvSpPr>
          <p:cNvPr id="9" name="コンテンツ プレースホルダー 8"/>
          <p:cNvSpPr>
            <a:spLocks noGrp="1"/>
          </p:cNvSpPr>
          <p:nvPr>
            <p:ph/>
          </p:nvPr>
        </p:nvSpPr>
        <p:spPr>
          <a:xfrm>
            <a:off x="3633976" y="4830897"/>
            <a:ext cx="2194560" cy="320040"/>
          </a:xfrm>
        </p:spPr>
        <p:txBody>
          <a:bodyPr/>
          <a:lstStyle/>
          <a:p>
            <a:pPr marL="0" marR="0" indent="0" algn="l">
              <a:lnSpc>
                <a:spcPct val="100000"/>
              </a:lnSpc>
              <a:spcBef>
                <a:spcPts val="0"/>
              </a:spcBef>
              <a:spcAft>
                <a:spcPts val="0"/>
              </a:spcAft>
              <a:buNone/>
            </a:pPr>
            <a:r>
              <a:rPr lang="ja-JP" altLang="en-US" sz="1200"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rPr>
              <a:t>生成した</a:t>
            </a:r>
            <a:r>
              <a:rPr lang="en-US" altLang="ja-JP" sz="1200" dirty="0" err="1">
                <a:solidFill>
                  <a:srgbClr val="5A7184">
                    <a:alpha val="100000"/>
                  </a:srgbClr>
                </a:solidFill>
                <a:latin typeface="Yu Gothic"/>
                <a:cs typeface="Yu Gothic"/>
                <a:sym typeface="Yu Gothic"/>
              </a:rPr>
              <a:t>R</a:t>
            </a:r>
            <a:r>
              <a:rPr sz="1200" b="0" i="0" u="none" strike="noStrike" cap="none" dirty="0" err="1">
                <a:solidFill>
                  <a:srgbClr val="5A7184">
                    <a:alpha val="100000"/>
                  </a:srgbClr>
                </a:solidFill>
                <a:latin typeface="Yu Gothic"/>
                <a:cs typeface="Yu Gothic"/>
                <a:sym typeface="Yu Gothic"/>
              </a:rPr>
              <a:t>コード行数</a:t>
            </a:r>
            <a:endParaRPr sz="1200" b="0" i="0" u="none" strike="noStrike" cap="none" dirty="0">
              <a:solidFill>
                <a:srgbClr val="5A7184">
                  <a:alpha val="100000"/>
                </a:srgbClr>
              </a:solidFill>
              <a:latin typeface="Yu Gothic"/>
              <a:cs typeface="Yu Gothic"/>
              <a:sym typeface="Yu Gothic"/>
            </a:endParaRPr>
          </a:p>
        </p:txBody>
      </p:sp>
      <p:pic>
        <p:nvPicPr>
          <p:cNvPr id="10" name="コンテンツ プレースホルダー 9"/>
          <p:cNvPicPr>
            <a:picLocks noGrp="1"/>
          </p:cNvPicPr>
          <p:nvPr>
            <p:ph/>
          </p:nvPr>
        </p:nvPicPr>
        <p:blipFill>
          <a:blip r:embed="rId2"/>
          <a:stretch>
            <a:fillRect/>
          </a:stretch>
        </p:blipFill>
        <p:spPr>
          <a:xfrm>
            <a:off x="6240016" y="4053657"/>
            <a:ext cx="2606040" cy="1280160"/>
          </a:xfrm>
          <a:prstGeom prst="rect">
            <a:avLst/>
          </a:prstGeom>
        </p:spPr>
      </p:pic>
      <p:sp>
        <p:nvSpPr>
          <p:cNvPr id="11" name="コンテンツ プレースホルダー 10"/>
          <p:cNvSpPr>
            <a:spLocks noGrp="1"/>
          </p:cNvSpPr>
          <p:nvPr>
            <p:ph/>
          </p:nvPr>
        </p:nvSpPr>
        <p:spPr>
          <a:xfrm>
            <a:off x="6468616" y="4163385"/>
            <a:ext cx="2194560" cy="640080"/>
          </a:xfrm>
        </p:spPr>
        <p:txBody>
          <a:bodyPr/>
          <a:lstStyle/>
          <a:p>
            <a:pPr marL="0" marR="0" indent="0" algn="l">
              <a:lnSpc>
                <a:spcPct val="100000"/>
              </a:lnSpc>
              <a:spcBef>
                <a:spcPts val="0"/>
              </a:spcBef>
              <a:spcAft>
                <a:spcPts val="0"/>
              </a:spcAft>
              <a:buNone/>
            </a:pPr>
            <a:r>
              <a:rPr sz="3400" b="1" i="0" u="none" strike="noStrike" cap="none">
                <a:solidFill>
                  <a:srgbClr val="12608A">
                    <a:alpha val="100000"/>
                  </a:srgbClr>
                </a:solidFill>
                <a:latin typeface="Yu Gothic"/>
                <a:cs typeface="Yu Gothic"/>
                <a:sym typeface="Yu Gothic"/>
              </a:rPr>
              <a:t>73</a:t>
            </a:r>
          </a:p>
        </p:txBody>
      </p:sp>
      <p:sp>
        <p:nvSpPr>
          <p:cNvPr id="12" name="コンテンツ プレースホルダー 11"/>
          <p:cNvSpPr>
            <a:spLocks noGrp="1"/>
          </p:cNvSpPr>
          <p:nvPr>
            <p:ph/>
          </p:nvPr>
        </p:nvSpPr>
        <p:spPr>
          <a:xfrm>
            <a:off x="6468616" y="4830897"/>
            <a:ext cx="2194560" cy="320040"/>
          </a:xfrm>
        </p:spPr>
        <p:txBody>
          <a:bodyPr/>
          <a:lstStyle/>
          <a:p>
            <a:pPr marL="0" marR="0" indent="0" algn="l">
              <a:lnSpc>
                <a:spcPct val="100000"/>
              </a:lnSpc>
              <a:spcBef>
                <a:spcPts val="0"/>
              </a:spcBef>
              <a:spcAft>
                <a:spcPts val="0"/>
              </a:spcAft>
              <a:buNone/>
            </a:pPr>
            <a:r>
              <a:rPr sz="1200" b="0" i="0" u="none" strike="noStrike" cap="none">
                <a:solidFill>
                  <a:srgbClr val="5A7184">
                    <a:alpha val="100000"/>
                  </a:srgbClr>
                </a:solidFill>
                <a:latin typeface="Yu Gothic"/>
                <a:cs typeface="Yu Gothic"/>
                <a:sym typeface="Yu Gothic"/>
              </a:rPr>
              <a:t>出力ファイル</a:t>
            </a:r>
          </a:p>
        </p:txBody>
      </p:sp>
      <p:pic>
        <p:nvPicPr>
          <p:cNvPr id="18" name="コンテンツ プレースホルダー 17"/>
          <p:cNvPicPr>
            <a:picLocks noGrp="1"/>
          </p:cNvPicPr>
          <p:nvPr>
            <p:ph/>
          </p:nvPr>
        </p:nvPicPr>
        <p:blipFill>
          <a:blip r:embed="rId3"/>
          <a:stretch>
            <a:fillRect/>
          </a:stretch>
        </p:blipFill>
        <p:spPr>
          <a:xfrm>
            <a:off x="563880" y="1700808"/>
            <a:ext cx="11064240" cy="1851640"/>
          </a:xfrm>
          <a:prstGeom prst="rect">
            <a:avLst/>
          </a:prstGeom>
        </p:spPr>
      </p:pic>
      <p:sp>
        <p:nvSpPr>
          <p:cNvPr id="19" name="コンテンツ プレースホルダー 18"/>
          <p:cNvSpPr>
            <a:spLocks noGrp="1"/>
          </p:cNvSpPr>
          <p:nvPr>
            <p:ph/>
          </p:nvPr>
        </p:nvSpPr>
        <p:spPr>
          <a:xfrm>
            <a:off x="792480" y="1883688"/>
            <a:ext cx="10597896" cy="1524744"/>
          </a:xfrm>
        </p:spPr>
        <p:txBody>
          <a:bodyPr/>
          <a:lstStyle/>
          <a:p>
            <a:pPr marL="0" marR="0" indent="0" algn="l">
              <a:lnSpc>
                <a:spcPct val="135000"/>
              </a:lnSpc>
              <a:spcBef>
                <a:spcPts val="0"/>
              </a:spcBef>
              <a:spcAft>
                <a:spcPts val="700"/>
              </a:spcAft>
              <a:buNone/>
            </a:pPr>
            <a:r>
              <a:rPr sz="1300" b="1" i="0" u="none" strike="noStrike" cap="none" dirty="0" err="1">
                <a:solidFill>
                  <a:srgbClr val="12608A">
                    <a:alpha val="100000"/>
                  </a:srgbClr>
                </a:solidFill>
                <a:latin typeface="Yu Gothic"/>
                <a:cs typeface="Yu Gothic"/>
                <a:sym typeface="Yu Gothic"/>
              </a:rPr>
              <a:t>実行環境</a:t>
            </a:r>
            <a:endParaRPr sz="1300" b="1" i="0" u="none" strike="noStrike" cap="none" dirty="0">
              <a:solidFill>
                <a:srgbClr val="12608A">
                  <a:alpha val="100000"/>
                </a:srgbClr>
              </a:solidFill>
              <a:latin typeface="Yu Gothic"/>
              <a:cs typeface="Yu Gothic"/>
              <a:sym typeface="Yu Gothic"/>
            </a:endParaRPr>
          </a:p>
          <a:p>
            <a:pPr marL="0" marR="0" indent="0" algn="l">
              <a:lnSpc>
                <a:spcPct val="135000"/>
              </a:lnSpc>
              <a:spcBef>
                <a:spcPts val="0"/>
              </a:spcBef>
              <a:spcAft>
                <a:spcPts val="500"/>
              </a:spcAft>
              <a:buNone/>
            </a:pPr>
            <a:r>
              <a:rPr lang="ja-JP" altLang="en-US" sz="1200" b="0" i="0" u="none" strike="noStrike" cap="none" dirty="0">
                <a:solidFill>
                  <a:srgbClr val="5A7184">
                    <a:alpha val="100000"/>
                  </a:srgbClr>
                </a:solidFill>
                <a:latin typeface="Yu Gothic"/>
                <a:cs typeface="Yu Gothic"/>
                <a:sym typeface="Yu Gothic"/>
              </a:rPr>
              <a:t>・</a:t>
            </a:r>
            <a:r>
              <a:rPr sz="1200" b="0" i="0" u="none" strike="noStrike" cap="none" dirty="0">
                <a:solidFill>
                  <a:srgbClr val="5A7184">
                    <a:alpha val="100000"/>
                  </a:srgbClr>
                </a:solidFill>
                <a:latin typeface="Yu Gothic"/>
                <a:cs typeface="Yu Gothic"/>
                <a:sym typeface="Yu Gothic"/>
              </a:rPr>
              <a:t>Windows 11 ／ PowerShell 5.1 ／ R 4.5.1</a:t>
            </a:r>
            <a:endParaRPr lang="en-US" sz="1200" b="0" i="0" u="none" strike="noStrike" cap="none" dirty="0">
              <a:solidFill>
                <a:srgbClr val="5A7184">
                  <a:alpha val="100000"/>
                </a:srgbClr>
              </a:solidFill>
              <a:latin typeface="Yu Gothic"/>
              <a:cs typeface="Yu Gothic"/>
              <a:sym typeface="Yu Gothic"/>
            </a:endParaRPr>
          </a:p>
          <a:p>
            <a:pPr marL="0" marR="0" indent="0" algn="l">
              <a:lnSpc>
                <a:spcPct val="135000"/>
              </a:lnSpc>
              <a:spcBef>
                <a:spcPts val="0"/>
              </a:spcBef>
              <a:spcAft>
                <a:spcPts val="500"/>
              </a:spcAft>
              <a:buNone/>
            </a:pPr>
            <a:r>
              <a:rPr lang="ja-JP" altLang="en-US" sz="1200" dirty="0">
                <a:solidFill>
                  <a:srgbClr val="5A7184">
                    <a:alpha val="100000"/>
                  </a:srgbClr>
                </a:solidFill>
                <a:latin typeface="Yu Gothic"/>
                <a:cs typeface="Yu Gothic"/>
                <a:sym typeface="Yu Gothic"/>
              </a:rPr>
              <a:t>・</a:t>
            </a:r>
            <a:r>
              <a:rPr lang="en-US" sz="1200" dirty="0">
                <a:solidFill>
                  <a:srgbClr val="5A7184">
                    <a:alpha val="100000"/>
                  </a:srgbClr>
                </a:solidFill>
                <a:latin typeface="Yu Gothic"/>
                <a:cs typeface="Yu Gothic"/>
                <a:sym typeface="Yu Gothic"/>
              </a:rPr>
              <a:t>Claude </a:t>
            </a:r>
            <a:r>
              <a:rPr lang="ja-JP" altLang="en-US" sz="1200"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rPr>
              <a:t>デスクトップアプリ上で</a:t>
            </a:r>
            <a:r>
              <a:rPr lang="en-US" altLang="ja-JP" sz="1200"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rPr>
              <a:t>Claude Code</a:t>
            </a:r>
            <a:r>
              <a:rPr lang="ja-JP" altLang="en-US" sz="1200"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rPr>
              <a:t>を使用。</a:t>
            </a:r>
            <a:endParaRPr lang="en-US" altLang="ja-JP" sz="1200" dirty="0">
              <a:solidFill>
                <a:srgbClr val="5A7184">
                  <a:alpha val="100000"/>
                </a:srgbClr>
              </a:solidFill>
              <a:latin typeface="Yu Gothic"/>
              <a:ea typeface="游ゴシック" panose="020B0400000000000000" pitchFamily="50" charset="-128"/>
              <a:cs typeface="Yu Gothic"/>
              <a:sym typeface="Yu Gothic"/>
            </a:endParaRPr>
          </a:p>
          <a:p>
            <a:pPr marL="0" marR="0" indent="0" algn="l">
              <a:lnSpc>
                <a:spcPct val="135000"/>
              </a:lnSpc>
              <a:spcBef>
                <a:spcPts val="0"/>
              </a:spcBef>
              <a:spcAft>
                <a:spcPts val="500"/>
              </a:spcAft>
              <a:buNone/>
            </a:pPr>
            <a:r>
              <a:rPr lang="ja-JP" altLang="en-US" sz="1200"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rPr>
              <a:t>  モデル：</a:t>
            </a:r>
            <a:r>
              <a:rPr lang="en-US" altLang="ja-JP" sz="1200"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rPr>
              <a:t>Opus5</a:t>
            </a:r>
            <a:r>
              <a:rPr lang="ja-JP" altLang="en-US" sz="1200"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rPr>
              <a:t>　エフォート：高</a:t>
            </a:r>
            <a:endParaRPr sz="1200" b="0" i="0" u="none" strike="noStrike" cap="none" dirty="0">
              <a:solidFill>
                <a:srgbClr val="5A7184">
                  <a:alpha val="100000"/>
                </a:srgbClr>
              </a:solidFill>
              <a:latin typeface="游ゴシック" panose="020B0400000000000000" pitchFamily="50" charset="-128"/>
              <a:ea typeface="游ゴシック" panose="020B0400000000000000" pitchFamily="50" charset="-128"/>
              <a:cs typeface="Yu Gothic"/>
              <a:sym typeface="Yu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はじめに</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lang="ja-JP" altLang="en-US" sz="2700" b="1" dirty="0">
                <a:solidFill>
                  <a:srgbClr val="102A43">
                    <a:alpha val="100000"/>
                  </a:srgbClr>
                </a:solidFill>
                <a:latin typeface="Yu Gothic"/>
                <a:cs typeface="Yu Gothic"/>
                <a:sym typeface="Yu Gothic"/>
              </a:rPr>
              <a:t>所感</a:t>
            </a:r>
            <a:endParaRPr sz="2700" b="1" i="0" u="none" strike="noStrike" cap="none" dirty="0">
              <a:solidFill>
                <a:srgbClr val="102A43">
                  <a:alpha val="100000"/>
                </a:srgbClr>
              </a:solidFill>
              <a:latin typeface="Yu Gothic"/>
              <a:cs typeface="Yu Gothic"/>
              <a:sym typeface="Yu Gothic"/>
            </a:endParaRPr>
          </a:p>
        </p:txBody>
      </p:sp>
      <p:pic>
        <p:nvPicPr>
          <p:cNvPr id="4" name="コンテンツ プレースホルダー 3"/>
          <p:cNvPicPr>
            <a:picLocks noGrp="1"/>
          </p:cNvPicPr>
          <p:nvPr>
            <p:ph/>
          </p:nvPr>
        </p:nvPicPr>
        <p:blipFill>
          <a:blip r:embed="rId2"/>
          <a:stretch>
            <a:fillRect/>
          </a:stretch>
        </p:blipFill>
        <p:spPr>
          <a:xfrm>
            <a:off x="542446" y="1095396"/>
            <a:ext cx="9849552" cy="1377320"/>
          </a:xfrm>
          <a:prstGeom prst="rect">
            <a:avLst/>
          </a:prstGeom>
        </p:spPr>
      </p:pic>
      <p:sp>
        <p:nvSpPr>
          <p:cNvPr id="6" name="コンテンツ プレースホルダー 5"/>
          <p:cNvSpPr>
            <a:spLocks noGrp="1"/>
          </p:cNvSpPr>
          <p:nvPr>
            <p:ph/>
          </p:nvPr>
        </p:nvSpPr>
        <p:spPr>
          <a:xfrm>
            <a:off x="670918" y="1278276"/>
            <a:ext cx="6192688" cy="347472"/>
          </a:xfrm>
        </p:spPr>
        <p:txBody>
          <a:bodyPr/>
          <a:lstStyle/>
          <a:p>
            <a:pPr marL="0" marR="0" indent="0" algn="l">
              <a:lnSpc>
                <a:spcPct val="100000"/>
              </a:lnSpc>
              <a:spcBef>
                <a:spcPts val="0"/>
              </a:spcBef>
              <a:spcAft>
                <a:spcPts val="0"/>
              </a:spcAft>
              <a:buNone/>
            </a:pPr>
            <a:r>
              <a:rPr lang="ja-JP" altLang="en-US" sz="1400" b="1" dirty="0">
                <a:solidFill>
                  <a:srgbClr val="102A43">
                    <a:alpha val="100000"/>
                  </a:srgbClr>
                </a:solidFill>
                <a:latin typeface="Yu Gothic"/>
                <a:cs typeface="Yu Gothic"/>
                <a:sym typeface="Yu Gothic"/>
              </a:rPr>
              <a:t>モデルの探索、評価にかかる時間が圧倒的に短縮されたことに感動。</a:t>
            </a:r>
            <a:endParaRPr lang="en-US" altLang="ja-JP" sz="1400" b="1" dirty="0">
              <a:solidFill>
                <a:srgbClr val="102A43">
                  <a:alpha val="100000"/>
                </a:srgbClr>
              </a:solidFill>
              <a:latin typeface="Yu Gothic"/>
              <a:cs typeface="Yu Gothic"/>
              <a:sym typeface="Yu Gothic"/>
            </a:endParaRPr>
          </a:p>
        </p:txBody>
      </p:sp>
      <p:sp>
        <p:nvSpPr>
          <p:cNvPr id="7" name="コンテンツ プレースホルダー 6"/>
          <p:cNvSpPr>
            <a:spLocks noGrp="1"/>
          </p:cNvSpPr>
          <p:nvPr>
            <p:ph/>
          </p:nvPr>
        </p:nvSpPr>
        <p:spPr>
          <a:xfrm>
            <a:off x="904202" y="1682892"/>
            <a:ext cx="7757888" cy="592080"/>
          </a:xfrm>
        </p:spPr>
        <p:txBody>
          <a:bodyPr/>
          <a:lstStyle/>
          <a:p>
            <a:pPr marL="0" marR="0" indent="0" algn="l">
              <a:lnSpc>
                <a:spcPct val="135000"/>
              </a:lnSpc>
              <a:spcBef>
                <a:spcPts val="0"/>
              </a:spcBef>
              <a:spcAft>
                <a:spcPts val="0"/>
              </a:spcAft>
              <a:buNone/>
            </a:pPr>
            <a:r>
              <a:rPr lang="en-US" altLang="ja-JP" sz="1200" dirty="0" err="1">
                <a:solidFill>
                  <a:srgbClr val="002060"/>
                </a:solidFill>
                <a:latin typeface="Yu Gothic"/>
                <a:cs typeface="Yu Gothic"/>
                <a:sym typeface="Yu Gothic"/>
              </a:rPr>
              <a:t>Rstudio</a:t>
            </a:r>
            <a:r>
              <a:rPr lang="ja-JP" altLang="en-US" sz="1200" dirty="0">
                <a:solidFill>
                  <a:srgbClr val="002060"/>
                </a:solidFill>
                <a:latin typeface="Yu Gothic"/>
                <a:cs typeface="Yu Gothic"/>
                <a:sym typeface="Yu Gothic"/>
              </a:rPr>
              <a:t>を一度も開くことなく、「万単位のパターンのモデルの推定」、「推定結果の比較」、「結果の可視化」を実施。</a:t>
            </a:r>
            <a:endParaRPr lang="en-US" altLang="ja-JP" sz="1200" dirty="0">
              <a:solidFill>
                <a:srgbClr val="002060"/>
              </a:solidFill>
              <a:latin typeface="Yu Gothic"/>
              <a:cs typeface="Yu Gothic"/>
              <a:sym typeface="Yu Gothic"/>
            </a:endParaRPr>
          </a:p>
          <a:p>
            <a:pPr marL="0" marR="0" indent="0" algn="l">
              <a:lnSpc>
                <a:spcPct val="135000"/>
              </a:lnSpc>
              <a:spcBef>
                <a:spcPts val="0"/>
              </a:spcBef>
              <a:spcAft>
                <a:spcPts val="0"/>
              </a:spcAft>
              <a:buNone/>
            </a:pPr>
            <a:r>
              <a:rPr lang="en-US" sz="1200" b="0" i="0" u="none" strike="noStrike" cap="none" dirty="0">
                <a:solidFill>
                  <a:srgbClr val="002060"/>
                </a:solidFill>
                <a:latin typeface="Yu Gothic"/>
                <a:cs typeface="Yu Gothic"/>
                <a:sym typeface="Yu Gothic"/>
              </a:rPr>
              <a:t>R</a:t>
            </a:r>
            <a:r>
              <a:rPr lang="ja-JP" altLang="en-US" sz="1200" b="0" i="0" u="none" strike="noStrike" cap="none" dirty="0">
                <a:solidFill>
                  <a:srgbClr val="002060"/>
                </a:solidFill>
                <a:latin typeface="Yu Gothic"/>
                <a:cs typeface="Yu Gothic"/>
                <a:sym typeface="Yu Gothic"/>
              </a:rPr>
              <a:t>コードの生成を</a:t>
            </a:r>
            <a:r>
              <a:rPr lang="en-US" altLang="ja-JP" sz="1200" b="0" i="0" u="none" strike="noStrike" cap="none" dirty="0">
                <a:solidFill>
                  <a:srgbClr val="002060"/>
                </a:solidFill>
                <a:latin typeface="Yu Gothic"/>
                <a:cs typeface="Yu Gothic"/>
                <a:sym typeface="Yu Gothic"/>
              </a:rPr>
              <a:t>AI</a:t>
            </a:r>
            <a:r>
              <a:rPr lang="ja-JP" altLang="en-US" sz="1200" b="0" i="0" u="none" strike="noStrike" cap="none" dirty="0">
                <a:solidFill>
                  <a:srgbClr val="002060"/>
                </a:solidFill>
                <a:latin typeface="Yu Gothic"/>
                <a:cs typeface="Yu Gothic"/>
                <a:sym typeface="Yu Gothic"/>
              </a:rPr>
              <a:t>に任せたとしても数日かかっていた作業を</a:t>
            </a:r>
            <a:r>
              <a:rPr lang="en-US" altLang="ja-JP" sz="1200" dirty="0">
                <a:solidFill>
                  <a:srgbClr val="002060"/>
                </a:solidFill>
                <a:latin typeface="Yu Gothic"/>
                <a:cs typeface="Yu Gothic"/>
                <a:sym typeface="Yu Gothic"/>
              </a:rPr>
              <a:t>2</a:t>
            </a:r>
            <a:r>
              <a:rPr lang="ja-JP" altLang="en-US" sz="1200" b="0" i="0" u="none" strike="noStrike" cap="none" dirty="0">
                <a:solidFill>
                  <a:srgbClr val="002060"/>
                </a:solidFill>
                <a:latin typeface="Yu Gothic"/>
                <a:cs typeface="Yu Gothic"/>
                <a:sym typeface="Yu Gothic"/>
              </a:rPr>
              <a:t>時間程度で完了した。</a:t>
            </a:r>
            <a:endParaRPr sz="1200" b="0" i="0" u="none" strike="noStrike" cap="none" dirty="0">
              <a:solidFill>
                <a:srgbClr val="002060"/>
              </a:solidFill>
              <a:latin typeface="Yu Gothic"/>
              <a:cs typeface="Yu Gothic"/>
              <a:sym typeface="Yu Gothic"/>
            </a:endParaRPr>
          </a:p>
        </p:txBody>
      </p:sp>
      <p:pic>
        <p:nvPicPr>
          <p:cNvPr id="30" name="コンテンツ プレースホルダー 3">
            <a:extLst>
              <a:ext uri="{FF2B5EF4-FFF2-40B4-BE49-F238E27FC236}">
                <a16:creationId xmlns:a16="http://schemas.microsoft.com/office/drawing/2014/main" id="{84133426-2B3B-8FA0-FB1E-BE5AA5C984EB}"/>
              </a:ext>
            </a:extLst>
          </p:cNvPr>
          <p:cNvPicPr>
            <a:picLocks/>
          </p:cNvPicPr>
          <p:nvPr/>
        </p:nvPicPr>
        <p:blipFill>
          <a:blip r:embed="rId2"/>
          <a:stretch>
            <a:fillRect/>
          </a:stretch>
        </p:blipFill>
        <p:spPr>
          <a:xfrm>
            <a:off x="542446" y="2650644"/>
            <a:ext cx="9849552" cy="1924502"/>
          </a:xfrm>
          <a:prstGeom prst="rect">
            <a:avLst/>
          </a:prstGeom>
        </p:spPr>
      </p:pic>
      <p:sp>
        <p:nvSpPr>
          <p:cNvPr id="31" name="コンテンツ プレースホルダー 5">
            <a:extLst>
              <a:ext uri="{FF2B5EF4-FFF2-40B4-BE49-F238E27FC236}">
                <a16:creationId xmlns:a16="http://schemas.microsoft.com/office/drawing/2014/main" id="{17C52222-D931-BE06-D133-2D0635CFFD63}"/>
              </a:ext>
            </a:extLst>
          </p:cNvPr>
          <p:cNvSpPr txBox="1">
            <a:spLocks/>
          </p:cNvSpPr>
          <p:nvPr/>
        </p:nvSpPr>
        <p:spPr>
          <a:xfrm>
            <a:off x="670918" y="2833524"/>
            <a:ext cx="8089378" cy="347472"/>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ja-JP" altLang="en-US" sz="1400" b="1" dirty="0">
                <a:solidFill>
                  <a:srgbClr val="102A43">
                    <a:alpha val="100000"/>
                  </a:srgbClr>
                </a:solidFill>
                <a:latin typeface="Yu Gothic"/>
                <a:cs typeface="Yu Gothic"/>
                <a:sym typeface="Yu Gothic"/>
              </a:rPr>
              <a:t>モデル探索の方向性、推定方法などはユーザーの力量・経験に依存。</a:t>
            </a:r>
            <a:endParaRPr lang="en-US" altLang="ja-JP" sz="1400" b="1" dirty="0">
              <a:solidFill>
                <a:srgbClr val="102A43">
                  <a:alpha val="100000"/>
                </a:srgbClr>
              </a:solidFill>
              <a:latin typeface="Yu Gothic"/>
              <a:cs typeface="Yu Gothic"/>
              <a:sym typeface="Yu Gothic"/>
            </a:endParaRPr>
          </a:p>
        </p:txBody>
      </p:sp>
      <p:sp>
        <p:nvSpPr>
          <p:cNvPr id="32" name="コンテンツ プレースホルダー 6">
            <a:extLst>
              <a:ext uri="{FF2B5EF4-FFF2-40B4-BE49-F238E27FC236}">
                <a16:creationId xmlns:a16="http://schemas.microsoft.com/office/drawing/2014/main" id="{0C35A5D7-5937-AE0F-2910-931589AAC612}"/>
              </a:ext>
            </a:extLst>
          </p:cNvPr>
          <p:cNvSpPr txBox="1">
            <a:spLocks/>
          </p:cNvSpPr>
          <p:nvPr/>
        </p:nvSpPr>
        <p:spPr>
          <a:xfrm>
            <a:off x="904202" y="3238140"/>
            <a:ext cx="9080230" cy="1058424"/>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200" dirty="0">
                <a:solidFill>
                  <a:srgbClr val="002060"/>
                </a:solidFill>
                <a:latin typeface="Yu Gothic"/>
                <a:cs typeface="Yu Gothic"/>
                <a:sym typeface="Yu Gothic"/>
              </a:rPr>
              <a:t>今回は探索するモデルの方向性を明示したため、「優秀な助手」として機能した面が際立った。</a:t>
            </a:r>
          </a:p>
          <a:p>
            <a:pPr marL="0" indent="0">
              <a:lnSpc>
                <a:spcPct val="135000"/>
              </a:lnSpc>
              <a:spcBef>
                <a:spcPts val="0"/>
              </a:spcBef>
              <a:buFont typeface="Arial" panose="020B0604020202020204" pitchFamily="34" charset="0"/>
              <a:buNone/>
            </a:pPr>
            <a:r>
              <a:rPr lang="ja-JP" altLang="en-US" sz="1200" dirty="0">
                <a:solidFill>
                  <a:srgbClr val="002060"/>
                </a:solidFill>
                <a:latin typeface="Yu Gothic"/>
                <a:cs typeface="Yu Gothic"/>
                <a:sym typeface="Yu Gothic"/>
              </a:rPr>
              <a:t>また、モデル推定時に</a:t>
            </a:r>
            <a:r>
              <a:rPr lang="en-US" altLang="ja-JP" sz="1200" dirty="0">
                <a:solidFill>
                  <a:srgbClr val="002060"/>
                </a:solidFill>
                <a:latin typeface="Yu Gothic"/>
                <a:cs typeface="Yu Gothic"/>
                <a:sym typeface="Yu Gothic"/>
              </a:rPr>
              <a:t>Claude</a:t>
            </a:r>
            <a:r>
              <a:rPr lang="ja-JP" altLang="en-US" sz="1200" dirty="0">
                <a:solidFill>
                  <a:srgbClr val="002060"/>
                </a:solidFill>
                <a:latin typeface="Yu Gothic"/>
                <a:cs typeface="Yu Gothic"/>
                <a:sym typeface="Yu Gothic"/>
              </a:rPr>
              <a:t>が自律的に</a:t>
            </a:r>
            <a:r>
              <a:rPr lang="en-US" altLang="ja-JP" sz="1200" dirty="0">
                <a:solidFill>
                  <a:srgbClr val="002060"/>
                </a:solidFill>
                <a:latin typeface="Yu Gothic"/>
                <a:cs typeface="Yu Gothic"/>
                <a:sym typeface="Yu Gothic"/>
              </a:rPr>
              <a:t>PC</a:t>
            </a:r>
            <a:r>
              <a:rPr lang="ja-JP" altLang="en-US" sz="1200" dirty="0">
                <a:solidFill>
                  <a:srgbClr val="002060"/>
                </a:solidFill>
                <a:latin typeface="Yu Gothic"/>
                <a:cs typeface="Yu Gothic"/>
                <a:sym typeface="Yu Gothic"/>
              </a:rPr>
              <a:t>環境を確認し、最適な手段を選択した。具体的には、空間相関を織り込む際に、私の</a:t>
            </a:r>
            <a:r>
              <a:rPr lang="en-US" altLang="ja-JP" sz="1200" dirty="0">
                <a:solidFill>
                  <a:srgbClr val="002060"/>
                </a:solidFill>
                <a:latin typeface="Yu Gothic"/>
                <a:cs typeface="Yu Gothic"/>
                <a:sym typeface="Yu Gothic"/>
              </a:rPr>
              <a:t>PC</a:t>
            </a:r>
            <a:r>
              <a:rPr lang="ja-JP" altLang="en-US" sz="1200" dirty="0">
                <a:solidFill>
                  <a:srgbClr val="002060"/>
                </a:solidFill>
                <a:latin typeface="Yu Gothic"/>
                <a:cs typeface="Yu Gothic"/>
                <a:sym typeface="Yu Gothic"/>
              </a:rPr>
              <a:t>環境で</a:t>
            </a:r>
            <a:r>
              <a:rPr lang="en-US" altLang="ja-JP" sz="1200" dirty="0">
                <a:solidFill>
                  <a:srgbClr val="002060"/>
                </a:solidFill>
                <a:latin typeface="Yu Gothic"/>
                <a:cs typeface="Yu Gothic"/>
                <a:sym typeface="Yu Gothic"/>
              </a:rPr>
              <a:t>INLA</a:t>
            </a:r>
            <a:r>
              <a:rPr lang="ja-JP" altLang="en-US" sz="1200" dirty="0">
                <a:solidFill>
                  <a:srgbClr val="002060"/>
                </a:solidFill>
                <a:latin typeface="Yu Gothic"/>
                <a:cs typeface="Yu Gothic"/>
                <a:sym typeface="Yu Gothic"/>
              </a:rPr>
              <a:t>が利用可能なことを</a:t>
            </a:r>
            <a:r>
              <a:rPr lang="en-US" altLang="ja-JP" sz="1200" dirty="0">
                <a:solidFill>
                  <a:srgbClr val="002060"/>
                </a:solidFill>
                <a:latin typeface="Yu Gothic"/>
                <a:cs typeface="Yu Gothic"/>
                <a:sym typeface="Yu Gothic"/>
              </a:rPr>
              <a:t>Claude</a:t>
            </a:r>
            <a:r>
              <a:rPr lang="ja-JP" altLang="en-US" sz="1200" dirty="0">
                <a:solidFill>
                  <a:srgbClr val="002060"/>
                </a:solidFill>
                <a:latin typeface="Yu Gothic"/>
                <a:cs typeface="Yu Gothic"/>
                <a:sym typeface="Yu Gothic"/>
              </a:rPr>
              <a:t>が発見し、推定手段に用いた。</a:t>
            </a:r>
            <a:endParaRPr lang="en-US" altLang="ja-JP" sz="1200" dirty="0">
              <a:solidFill>
                <a:srgbClr val="002060"/>
              </a:solidFill>
              <a:latin typeface="Yu Gothic"/>
              <a:cs typeface="Yu Gothic"/>
              <a:sym typeface="Yu Gothic"/>
            </a:endParaRPr>
          </a:p>
          <a:p>
            <a:pPr marL="0" indent="0">
              <a:lnSpc>
                <a:spcPct val="135000"/>
              </a:lnSpc>
              <a:spcBef>
                <a:spcPts val="0"/>
              </a:spcBef>
              <a:buFont typeface="Arial" panose="020B0604020202020204" pitchFamily="34" charset="0"/>
              <a:buNone/>
            </a:pPr>
            <a:r>
              <a:rPr lang="ja-JP" altLang="en-US" sz="1200" dirty="0">
                <a:solidFill>
                  <a:srgbClr val="002060"/>
                </a:solidFill>
                <a:latin typeface="Yu Gothic"/>
                <a:cs typeface="Yu Gothic"/>
                <a:sym typeface="Yu Gothic"/>
              </a:rPr>
              <a:t>（</a:t>
            </a:r>
            <a:r>
              <a:rPr lang="en-US" altLang="ja-JP" sz="1200" dirty="0">
                <a:solidFill>
                  <a:srgbClr val="002060"/>
                </a:solidFill>
                <a:latin typeface="Yu Gothic"/>
                <a:cs typeface="Yu Gothic"/>
                <a:sym typeface="Yu Gothic"/>
              </a:rPr>
              <a:t>Claude</a:t>
            </a:r>
            <a:r>
              <a:rPr lang="ja-JP" altLang="en-US" sz="1200" dirty="0">
                <a:solidFill>
                  <a:srgbClr val="002060"/>
                </a:solidFill>
                <a:latin typeface="Yu Gothic"/>
                <a:cs typeface="Yu Gothic"/>
                <a:sym typeface="Yu Gothic"/>
              </a:rPr>
              <a:t>は環境を新しく整備するよりも、既存の環境で実現可能な方法を優先している？）</a:t>
            </a:r>
          </a:p>
        </p:txBody>
      </p:sp>
      <p:pic>
        <p:nvPicPr>
          <p:cNvPr id="34" name="コンテンツ プレースホルダー 3">
            <a:extLst>
              <a:ext uri="{FF2B5EF4-FFF2-40B4-BE49-F238E27FC236}">
                <a16:creationId xmlns:a16="http://schemas.microsoft.com/office/drawing/2014/main" id="{E06DC7E4-7A89-6301-E4A1-812111326888}"/>
              </a:ext>
            </a:extLst>
          </p:cNvPr>
          <p:cNvPicPr>
            <a:picLocks/>
          </p:cNvPicPr>
          <p:nvPr/>
        </p:nvPicPr>
        <p:blipFill>
          <a:blip r:embed="rId2"/>
          <a:stretch>
            <a:fillRect/>
          </a:stretch>
        </p:blipFill>
        <p:spPr>
          <a:xfrm>
            <a:off x="542446" y="4772890"/>
            <a:ext cx="9849552" cy="1924502"/>
          </a:xfrm>
          <a:prstGeom prst="rect">
            <a:avLst/>
          </a:prstGeom>
        </p:spPr>
      </p:pic>
      <p:sp>
        <p:nvSpPr>
          <p:cNvPr id="36" name="コンテンツ プレースホルダー 5">
            <a:extLst>
              <a:ext uri="{FF2B5EF4-FFF2-40B4-BE49-F238E27FC236}">
                <a16:creationId xmlns:a16="http://schemas.microsoft.com/office/drawing/2014/main" id="{4C6702BC-6F3D-CF1E-14C6-89AFEF1F4CC2}"/>
              </a:ext>
            </a:extLst>
          </p:cNvPr>
          <p:cNvSpPr txBox="1">
            <a:spLocks/>
          </p:cNvSpPr>
          <p:nvPr/>
        </p:nvSpPr>
        <p:spPr>
          <a:xfrm>
            <a:off x="670918" y="4955770"/>
            <a:ext cx="8089378" cy="347472"/>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ja-JP" altLang="en-US" sz="1400" b="1" dirty="0">
                <a:solidFill>
                  <a:srgbClr val="102A43">
                    <a:alpha val="100000"/>
                  </a:srgbClr>
                </a:solidFill>
                <a:latin typeface="Yu Gothic"/>
                <a:cs typeface="Yu Gothic"/>
                <a:sym typeface="Yu Gothic"/>
              </a:rPr>
              <a:t>一方、指示が曖昧な箇所はユーザーの理解を超えた内容を容赦なく出力してくる。</a:t>
            </a:r>
            <a:endParaRPr lang="en-US" altLang="ja-JP" sz="1400" b="1" dirty="0">
              <a:solidFill>
                <a:srgbClr val="102A43">
                  <a:alpha val="100000"/>
                </a:srgbClr>
              </a:solidFill>
              <a:latin typeface="Yu Gothic"/>
              <a:cs typeface="Yu Gothic"/>
              <a:sym typeface="Yu Gothic"/>
            </a:endParaRPr>
          </a:p>
        </p:txBody>
      </p:sp>
      <p:sp>
        <p:nvSpPr>
          <p:cNvPr id="38" name="コンテンツ プレースホルダー 6">
            <a:extLst>
              <a:ext uri="{FF2B5EF4-FFF2-40B4-BE49-F238E27FC236}">
                <a16:creationId xmlns:a16="http://schemas.microsoft.com/office/drawing/2014/main" id="{17138157-C654-E46D-A4AF-C96192348653}"/>
              </a:ext>
            </a:extLst>
          </p:cNvPr>
          <p:cNvSpPr txBox="1">
            <a:spLocks/>
          </p:cNvSpPr>
          <p:nvPr/>
        </p:nvSpPr>
        <p:spPr>
          <a:xfrm>
            <a:off x="904202" y="5360386"/>
            <a:ext cx="8576174" cy="1058424"/>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200" dirty="0">
                <a:solidFill>
                  <a:srgbClr val="002060"/>
                </a:solidFill>
                <a:latin typeface="Yu Gothic"/>
                <a:cs typeface="Yu Gothic"/>
                <a:sym typeface="Yu Gothic"/>
              </a:rPr>
              <a:t>推定方法や検定方法を指定しなかった箇所では、ユーザーにとって未知の手段がふんだんに織り込まれることになる。</a:t>
            </a:r>
            <a:endParaRPr lang="en-US" altLang="ja-JP" sz="1200" dirty="0">
              <a:solidFill>
                <a:srgbClr val="002060"/>
              </a:solidFill>
              <a:latin typeface="Yu Gothic"/>
              <a:cs typeface="Yu Gothic"/>
              <a:sym typeface="Yu Gothic"/>
            </a:endParaRPr>
          </a:p>
          <a:p>
            <a:pPr marL="0" indent="0">
              <a:lnSpc>
                <a:spcPct val="135000"/>
              </a:lnSpc>
              <a:spcBef>
                <a:spcPts val="0"/>
              </a:spcBef>
              <a:buFont typeface="Arial" panose="020B0604020202020204" pitchFamily="34" charset="0"/>
              <a:buNone/>
            </a:pPr>
            <a:r>
              <a:rPr lang="ja-JP" altLang="en-US" sz="1200" dirty="0">
                <a:solidFill>
                  <a:srgbClr val="002060"/>
                </a:solidFill>
                <a:latin typeface="Yu Gothic"/>
                <a:cs typeface="Yu Gothic"/>
                <a:sym typeface="Yu Gothic"/>
              </a:rPr>
              <a:t>プロセスの検証コストが急騰するため、可能な限り具体的な指示を出すことが望ましいと感じた。ただし、作業内容を制限しすぎると本来高度化できたはずの機会を失うことにもなるため、ある程度は</a:t>
            </a:r>
            <a:r>
              <a:rPr lang="en-US" altLang="ja-JP" sz="1200" dirty="0">
                <a:solidFill>
                  <a:srgbClr val="002060"/>
                </a:solidFill>
                <a:latin typeface="Yu Gothic"/>
                <a:cs typeface="Yu Gothic"/>
                <a:sym typeface="Yu Gothic"/>
              </a:rPr>
              <a:t>AI</a:t>
            </a:r>
            <a:r>
              <a:rPr lang="ja-JP" altLang="en-US" sz="1200" dirty="0">
                <a:solidFill>
                  <a:srgbClr val="002060"/>
                </a:solidFill>
                <a:latin typeface="Yu Gothic"/>
                <a:cs typeface="Yu Gothic"/>
                <a:sym typeface="Yu Gothic"/>
              </a:rPr>
              <a:t>に判断させる余白も残しておくことが重要か。</a:t>
            </a:r>
            <a:endParaRPr lang="en-US" altLang="ja-JP" sz="1200" dirty="0">
              <a:solidFill>
                <a:srgbClr val="002060"/>
              </a:solidFill>
              <a:latin typeface="Yu Gothic"/>
              <a:cs typeface="Yu Gothic"/>
              <a:sym typeface="Yu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AB6DE-4553-698F-BDB2-49200193F886}"/>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A843A19-86D0-6EED-68C4-04BAF3FE970C}"/>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18EF1AF4-7389-DDAD-676F-372EE664946E}"/>
              </a:ext>
            </a:extLst>
          </p:cNvPr>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dirty="0">
                <a:solidFill>
                  <a:srgbClr val="102A43">
                    <a:alpha val="100000"/>
                  </a:srgbClr>
                </a:solidFill>
                <a:latin typeface="Yu Gothic"/>
                <a:cs typeface="Yu Gothic"/>
                <a:sym typeface="Yu Gothic"/>
              </a:rPr>
              <a:t>9 回の対話で進んだ分析：6 </a:t>
            </a:r>
            <a:r>
              <a:rPr sz="2700" b="1" i="0" u="none" strike="noStrike" cap="none" dirty="0" err="1">
                <a:solidFill>
                  <a:srgbClr val="102A43">
                    <a:alpha val="100000"/>
                  </a:srgbClr>
                </a:solidFill>
                <a:latin typeface="Yu Gothic"/>
                <a:cs typeface="Yu Gothic"/>
                <a:sym typeface="Yu Gothic"/>
              </a:rPr>
              <a:t>つのステップ</a:t>
            </a:r>
            <a:endParaRPr sz="2700" b="1" i="0" u="none" strike="noStrike" cap="none" dirty="0">
              <a:solidFill>
                <a:srgbClr val="102A43">
                  <a:alpha val="100000"/>
                </a:srgbClr>
              </a:solidFill>
              <a:latin typeface="Yu Gothic"/>
              <a:cs typeface="Yu Gothic"/>
              <a:sym typeface="Yu Gothic"/>
            </a:endParaRPr>
          </a:p>
        </p:txBody>
      </p:sp>
      <p:pic>
        <p:nvPicPr>
          <p:cNvPr id="4" name="コンテンツ プレースホルダー 3">
            <a:extLst>
              <a:ext uri="{FF2B5EF4-FFF2-40B4-BE49-F238E27FC236}">
                <a16:creationId xmlns:a16="http://schemas.microsoft.com/office/drawing/2014/main" id="{829D4978-3520-3083-68C9-45F0BA83F528}"/>
              </a:ext>
            </a:extLst>
          </p:cNvPr>
          <p:cNvPicPr>
            <a:picLocks noGrp="1"/>
          </p:cNvPicPr>
          <p:nvPr>
            <p:ph/>
          </p:nvPr>
        </p:nvPicPr>
        <p:blipFill>
          <a:blip r:embed="rId2"/>
          <a:stretch>
            <a:fillRect/>
          </a:stretch>
        </p:blipFill>
        <p:spPr>
          <a:xfrm>
            <a:off x="566928" y="1988840"/>
            <a:ext cx="3520440" cy="1964784"/>
          </a:xfrm>
          <a:prstGeom prst="rect">
            <a:avLst/>
          </a:prstGeom>
        </p:spPr>
      </p:pic>
      <p:sp>
        <p:nvSpPr>
          <p:cNvPr id="5" name="コンテンツ プレースホルダー 4">
            <a:extLst>
              <a:ext uri="{FF2B5EF4-FFF2-40B4-BE49-F238E27FC236}">
                <a16:creationId xmlns:a16="http://schemas.microsoft.com/office/drawing/2014/main" id="{F4893C67-2689-EA1B-396C-B1D55FEF0AD0}"/>
              </a:ext>
            </a:extLst>
          </p:cNvPr>
          <p:cNvSpPr>
            <a:spLocks noGrp="1"/>
          </p:cNvSpPr>
          <p:nvPr>
            <p:ph/>
          </p:nvPr>
        </p:nvSpPr>
        <p:spPr>
          <a:xfrm>
            <a:off x="768096" y="213514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1</a:t>
            </a:r>
          </a:p>
        </p:txBody>
      </p:sp>
      <p:sp>
        <p:nvSpPr>
          <p:cNvPr id="6" name="コンテンツ プレースホルダー 5">
            <a:extLst>
              <a:ext uri="{FF2B5EF4-FFF2-40B4-BE49-F238E27FC236}">
                <a16:creationId xmlns:a16="http://schemas.microsoft.com/office/drawing/2014/main" id="{D9D4EAFC-69CA-FEC8-662D-984A497D72A0}"/>
              </a:ext>
            </a:extLst>
          </p:cNvPr>
          <p:cNvSpPr>
            <a:spLocks noGrp="1"/>
          </p:cNvSpPr>
          <p:nvPr>
            <p:ph/>
          </p:nvPr>
        </p:nvSpPr>
        <p:spPr>
          <a:xfrm>
            <a:off x="1344168" y="2190008"/>
            <a:ext cx="2560320" cy="347472"/>
          </a:xfrm>
        </p:spPr>
        <p:txBody>
          <a:bodyPr/>
          <a:lstStyle/>
          <a:p>
            <a:pPr marL="0" marR="0" indent="0" algn="l">
              <a:lnSpc>
                <a:spcPct val="100000"/>
              </a:lnSpc>
              <a:spcBef>
                <a:spcPts val="0"/>
              </a:spcBef>
              <a:spcAft>
                <a:spcPts val="0"/>
              </a:spcAft>
              <a:buNone/>
            </a:pPr>
            <a:r>
              <a:rPr sz="1400" b="1" i="0" u="none" strike="noStrike" cap="none">
                <a:solidFill>
                  <a:srgbClr val="102A43">
                    <a:alpha val="100000"/>
                  </a:srgbClr>
                </a:solidFill>
                <a:latin typeface="Yu Gothic"/>
                <a:cs typeface="Yu Gothic"/>
                <a:sym typeface="Yu Gothic"/>
              </a:rPr>
              <a:t>基本統計量</a:t>
            </a:r>
          </a:p>
        </p:txBody>
      </p:sp>
      <p:sp>
        <p:nvSpPr>
          <p:cNvPr id="7" name="コンテンツ プレースホルダー 6">
            <a:extLst>
              <a:ext uri="{FF2B5EF4-FFF2-40B4-BE49-F238E27FC236}">
                <a16:creationId xmlns:a16="http://schemas.microsoft.com/office/drawing/2014/main" id="{5442247E-635E-8753-1E7A-190A0EA8E055}"/>
              </a:ext>
            </a:extLst>
          </p:cNvPr>
          <p:cNvSpPr>
            <a:spLocks noGrp="1"/>
          </p:cNvSpPr>
          <p:nvPr>
            <p:ph/>
          </p:nvPr>
        </p:nvSpPr>
        <p:spPr>
          <a:xfrm>
            <a:off x="786384" y="2564904"/>
            <a:ext cx="3081528" cy="1005840"/>
          </a:xfrm>
        </p:spPr>
        <p:txBody>
          <a:bodyPr/>
          <a:lstStyle/>
          <a:p>
            <a:pPr marL="0" marR="0" indent="0" algn="l">
              <a:lnSpc>
                <a:spcPct val="135000"/>
              </a:lnSpc>
              <a:spcBef>
                <a:spcPts val="0"/>
              </a:spcBef>
              <a:spcAft>
                <a:spcPts val="0"/>
              </a:spcAft>
              <a:buNone/>
            </a:pPr>
            <a:r>
              <a:rPr sz="1150" b="0" i="0" u="none" strike="noStrike" cap="none" dirty="0" err="1">
                <a:latin typeface="Yu Gothic"/>
                <a:cs typeface="Yu Gothic"/>
                <a:sym typeface="Yu Gothic"/>
              </a:rPr>
              <a:t>spdep</a:t>
            </a:r>
            <a:r>
              <a:rPr sz="1150" b="0" i="0" u="none" strike="noStrike" cap="none" dirty="0">
                <a:latin typeface="Yu Gothic"/>
                <a:cs typeface="Yu Gothic"/>
                <a:sym typeface="Yu Gothic"/>
              </a:rPr>
              <a:t>::</a:t>
            </a:r>
            <a:r>
              <a:rPr sz="1150" b="0" i="0" u="none" strike="noStrike" cap="none" dirty="0" err="1">
                <a:latin typeface="Yu Gothic"/>
                <a:cs typeface="Yu Gothic"/>
                <a:sym typeface="Yu Gothic"/>
              </a:rPr>
              <a:t>boston</a:t>
            </a:r>
            <a:r>
              <a:rPr sz="1150" b="0" i="0" u="none" strike="noStrike" cap="none" dirty="0">
                <a:latin typeface="Yu Gothic"/>
                <a:cs typeface="Yu Gothic"/>
                <a:sym typeface="Yu Gothic"/>
              </a:rPr>
              <a:t> を読み込み、20 </a:t>
            </a:r>
            <a:r>
              <a:rPr sz="1150" b="0" i="0" u="none" strike="noStrike" cap="none" dirty="0" err="1">
                <a:latin typeface="Yu Gothic"/>
                <a:cs typeface="Yu Gothic"/>
                <a:sym typeface="Yu Gothic"/>
              </a:rPr>
              <a:t>変数の要約統計量・度数分布・相関行列を出力</a:t>
            </a:r>
            <a:r>
              <a:rPr sz="1150" b="0" i="0" u="none" strike="noStrike" cap="none" dirty="0">
                <a:solidFill>
                  <a:srgbClr val="5A7184">
                    <a:alpha val="100000"/>
                  </a:srgbClr>
                </a:solidFill>
                <a:latin typeface="Yu Gothic"/>
                <a:cs typeface="Yu Gothic"/>
                <a:sym typeface="Yu Gothic"/>
              </a:rPr>
              <a:t>。</a:t>
            </a:r>
            <a:endParaRPr lang="en-US" sz="1150" b="0" i="0" u="none" strike="noStrike" cap="none" dirty="0">
              <a:solidFill>
                <a:srgbClr val="5A7184">
                  <a:alpha val="100000"/>
                </a:srgbClr>
              </a:solidFill>
              <a:latin typeface="Yu Gothic"/>
              <a:cs typeface="Yu Gothic"/>
              <a:sym typeface="Yu Gothic"/>
            </a:endParaRPr>
          </a:p>
          <a:p>
            <a:pPr marL="0" marR="0" indent="0" algn="l">
              <a:lnSpc>
                <a:spcPct val="135000"/>
              </a:lnSpc>
              <a:spcBef>
                <a:spcPts val="0"/>
              </a:spcBef>
              <a:spcAft>
                <a:spcPts val="0"/>
              </a:spcAft>
              <a:buNone/>
            </a:pPr>
            <a:r>
              <a:rPr lang="en-US" sz="1150" b="0" i="0" u="none" strike="noStrike" cap="none" dirty="0" err="1">
                <a:solidFill>
                  <a:srgbClr val="FF0000"/>
                </a:solidFill>
                <a:latin typeface="Yu Gothic"/>
                <a:cs typeface="Yu Gothic"/>
                <a:sym typeface="Yu Gothic"/>
              </a:rPr>
              <a:t>Rstudio</a:t>
            </a:r>
            <a:r>
              <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rPr>
              <a:t>での出力と比較し、データを正しく読み込めていることを確認。</a:t>
            </a:r>
            <a:endParaRPr sz="1150" b="0" i="0" u="none" strike="noStrike" cap="none" dirty="0">
              <a:solidFill>
                <a:srgbClr val="FF0000"/>
              </a:solidFill>
              <a:latin typeface="游ゴシック" panose="020B0400000000000000" pitchFamily="50" charset="-128"/>
              <a:ea typeface="游ゴシック" panose="020B0400000000000000" pitchFamily="50" charset="-128"/>
              <a:cs typeface="Yu Gothic"/>
              <a:sym typeface="Yu Gothic"/>
            </a:endParaRPr>
          </a:p>
        </p:txBody>
      </p:sp>
      <p:pic>
        <p:nvPicPr>
          <p:cNvPr id="8" name="コンテンツ プレースホルダー 7">
            <a:extLst>
              <a:ext uri="{FF2B5EF4-FFF2-40B4-BE49-F238E27FC236}">
                <a16:creationId xmlns:a16="http://schemas.microsoft.com/office/drawing/2014/main" id="{8EE4BDBA-20C6-AA56-CB8D-106B7B546242}"/>
              </a:ext>
            </a:extLst>
          </p:cNvPr>
          <p:cNvPicPr>
            <a:picLocks noGrp="1"/>
          </p:cNvPicPr>
          <p:nvPr>
            <p:ph/>
          </p:nvPr>
        </p:nvPicPr>
        <p:blipFill>
          <a:blip r:embed="rId2"/>
          <a:stretch>
            <a:fillRect/>
          </a:stretch>
        </p:blipFill>
        <p:spPr>
          <a:xfrm>
            <a:off x="4352544" y="1988840"/>
            <a:ext cx="3520440" cy="1964784"/>
          </a:xfrm>
          <a:prstGeom prst="rect">
            <a:avLst/>
          </a:prstGeom>
        </p:spPr>
      </p:pic>
      <p:sp>
        <p:nvSpPr>
          <p:cNvPr id="9" name="コンテンツ プレースホルダー 8">
            <a:extLst>
              <a:ext uri="{FF2B5EF4-FFF2-40B4-BE49-F238E27FC236}">
                <a16:creationId xmlns:a16="http://schemas.microsoft.com/office/drawing/2014/main" id="{8F55648E-7014-B7F3-379E-93AC7727F015}"/>
              </a:ext>
            </a:extLst>
          </p:cNvPr>
          <p:cNvSpPr>
            <a:spLocks noGrp="1"/>
          </p:cNvSpPr>
          <p:nvPr>
            <p:ph/>
          </p:nvPr>
        </p:nvSpPr>
        <p:spPr>
          <a:xfrm>
            <a:off x="4553712" y="213514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2</a:t>
            </a:r>
          </a:p>
        </p:txBody>
      </p:sp>
      <p:sp>
        <p:nvSpPr>
          <p:cNvPr id="10" name="コンテンツ プレースホルダー 9">
            <a:extLst>
              <a:ext uri="{FF2B5EF4-FFF2-40B4-BE49-F238E27FC236}">
                <a16:creationId xmlns:a16="http://schemas.microsoft.com/office/drawing/2014/main" id="{9724FDAF-98A4-ED0A-36A0-C9D504C7AEF8}"/>
              </a:ext>
            </a:extLst>
          </p:cNvPr>
          <p:cNvSpPr>
            <a:spLocks noGrp="1"/>
          </p:cNvSpPr>
          <p:nvPr>
            <p:ph/>
          </p:nvPr>
        </p:nvSpPr>
        <p:spPr>
          <a:xfrm>
            <a:off x="5129784" y="2190008"/>
            <a:ext cx="2560320" cy="347472"/>
          </a:xfrm>
        </p:spPr>
        <p:txBody>
          <a:bodyPr/>
          <a:lstStyle/>
          <a:p>
            <a:pPr marL="0" marR="0" indent="0" algn="l">
              <a:lnSpc>
                <a:spcPct val="100000"/>
              </a:lnSpc>
              <a:spcBef>
                <a:spcPts val="0"/>
              </a:spcBef>
              <a:spcAft>
                <a:spcPts val="0"/>
              </a:spcAft>
              <a:buNone/>
            </a:pPr>
            <a:r>
              <a:rPr sz="1400" b="1" i="0" u="none" strike="noStrike" cap="none">
                <a:solidFill>
                  <a:srgbClr val="102A43">
                    <a:alpha val="100000"/>
                  </a:srgbClr>
                </a:solidFill>
                <a:latin typeface="Yu Gothic"/>
                <a:cs typeface="Yu Gothic"/>
                <a:sym typeface="Yu Gothic"/>
              </a:rPr>
              <a:t>モデル探索</a:t>
            </a:r>
          </a:p>
        </p:txBody>
      </p:sp>
      <p:sp>
        <p:nvSpPr>
          <p:cNvPr id="11" name="コンテンツ プレースホルダー 10">
            <a:extLst>
              <a:ext uri="{FF2B5EF4-FFF2-40B4-BE49-F238E27FC236}">
                <a16:creationId xmlns:a16="http://schemas.microsoft.com/office/drawing/2014/main" id="{8741E80E-5128-1640-9DEE-5913E61B9FF2}"/>
              </a:ext>
            </a:extLst>
          </p:cNvPr>
          <p:cNvSpPr>
            <a:spLocks noGrp="1"/>
          </p:cNvSpPr>
          <p:nvPr>
            <p:ph/>
          </p:nvPr>
        </p:nvSpPr>
        <p:spPr>
          <a:xfrm>
            <a:off x="4572000" y="2564904"/>
            <a:ext cx="3081528" cy="1189896"/>
          </a:xfrm>
        </p:spPr>
        <p:txBody>
          <a:bodyPr/>
          <a:lstStyle/>
          <a:p>
            <a:pPr marL="0" marR="0" indent="0" algn="l">
              <a:lnSpc>
                <a:spcPct val="135000"/>
              </a:lnSpc>
              <a:spcBef>
                <a:spcPts val="0"/>
              </a:spcBef>
              <a:spcAft>
                <a:spcPts val="0"/>
              </a:spcAft>
              <a:buNone/>
            </a:pPr>
            <a:r>
              <a:rPr lang="en-US" sz="1150" dirty="0" err="1">
                <a:latin typeface="Yu Gothic"/>
                <a:cs typeface="Yu Gothic"/>
                <a:sym typeface="Yu Gothic"/>
              </a:rPr>
              <a:t>lm</a:t>
            </a:r>
            <a:r>
              <a:rPr lang="ja-JP" altLang="en-US" sz="1150" dirty="0">
                <a:latin typeface="游ゴシック" panose="020B0400000000000000" pitchFamily="50" charset="-128"/>
                <a:ea typeface="游ゴシック" panose="020B0400000000000000" pitchFamily="50" charset="-128"/>
                <a:cs typeface="Yu Gothic"/>
                <a:sym typeface="Yu Gothic"/>
              </a:rPr>
              <a:t>関数による推定を指定。</a:t>
            </a:r>
            <a:endParaRPr lang="en-US" altLang="ja-JP" sz="1150" dirty="0">
              <a:latin typeface="游ゴシック" panose="020B0400000000000000" pitchFamily="50" charset="-128"/>
              <a:ea typeface="游ゴシック" panose="020B0400000000000000" pitchFamily="50" charset="-128"/>
              <a:cs typeface="Yu Gothic"/>
              <a:sym typeface="Yu Gothic"/>
            </a:endParaRPr>
          </a:p>
          <a:p>
            <a:pPr marL="0" marR="0" indent="0" algn="l">
              <a:lnSpc>
                <a:spcPct val="135000"/>
              </a:lnSpc>
              <a:spcBef>
                <a:spcPts val="0"/>
              </a:spcBef>
              <a:spcAft>
                <a:spcPts val="0"/>
              </a:spcAft>
              <a:buNone/>
            </a:pPr>
            <a:r>
              <a:rPr lang="ja-JP" altLang="en-US" sz="1150" dirty="0">
                <a:latin typeface="游ゴシック" panose="020B0400000000000000" pitchFamily="50" charset="-128"/>
                <a:ea typeface="游ゴシック" panose="020B0400000000000000" pitchFamily="50" charset="-128"/>
                <a:cs typeface="Yu Gothic"/>
                <a:sym typeface="Yu Gothic"/>
              </a:rPr>
              <a:t>最も当てはまりの良いモデルを見つけるよう指示。</a:t>
            </a:r>
            <a:r>
              <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rPr>
              <a:t>結果、多数の複合変数を用いた</a:t>
            </a:r>
            <a:r>
              <a:rPr lang="en-US" altLang="ja-JP" sz="1150" dirty="0">
                <a:solidFill>
                  <a:srgbClr val="FF0000"/>
                </a:solidFill>
                <a:latin typeface="Yu Gothic"/>
                <a:cs typeface="Yu Gothic"/>
                <a:sym typeface="Yu Gothic"/>
              </a:rPr>
              <a:t>19</a:t>
            </a:r>
            <a:r>
              <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rPr>
              <a:t>の説明変数を持つ複雑なモデルに到達。</a:t>
            </a:r>
            <a:endParaRPr sz="1150" b="0" i="0" u="none" strike="noStrike" cap="none" dirty="0">
              <a:solidFill>
                <a:srgbClr val="FF0000"/>
              </a:solidFill>
              <a:latin typeface="游ゴシック" panose="020B0400000000000000" pitchFamily="50" charset="-128"/>
              <a:ea typeface="游ゴシック" panose="020B0400000000000000" pitchFamily="50" charset="-128"/>
              <a:cs typeface="Yu Gothic"/>
              <a:sym typeface="Yu Gothic"/>
            </a:endParaRPr>
          </a:p>
        </p:txBody>
      </p:sp>
      <p:pic>
        <p:nvPicPr>
          <p:cNvPr id="12" name="コンテンツ プレースホルダー 11">
            <a:extLst>
              <a:ext uri="{FF2B5EF4-FFF2-40B4-BE49-F238E27FC236}">
                <a16:creationId xmlns:a16="http://schemas.microsoft.com/office/drawing/2014/main" id="{02654AA9-7018-4DAF-3FA4-8FC13780FBB9}"/>
              </a:ext>
            </a:extLst>
          </p:cNvPr>
          <p:cNvPicPr>
            <a:picLocks noGrp="1"/>
          </p:cNvPicPr>
          <p:nvPr>
            <p:ph/>
          </p:nvPr>
        </p:nvPicPr>
        <p:blipFill>
          <a:blip r:embed="rId2"/>
          <a:stretch>
            <a:fillRect/>
          </a:stretch>
        </p:blipFill>
        <p:spPr>
          <a:xfrm>
            <a:off x="8138160" y="1988840"/>
            <a:ext cx="3520440" cy="1964784"/>
          </a:xfrm>
          <a:prstGeom prst="rect">
            <a:avLst/>
          </a:prstGeom>
        </p:spPr>
      </p:pic>
      <p:sp>
        <p:nvSpPr>
          <p:cNvPr id="13" name="コンテンツ プレースホルダー 12">
            <a:extLst>
              <a:ext uri="{FF2B5EF4-FFF2-40B4-BE49-F238E27FC236}">
                <a16:creationId xmlns:a16="http://schemas.microsoft.com/office/drawing/2014/main" id="{6139B9F7-FAEB-FC63-1E9F-60BEC00DB048}"/>
              </a:ext>
            </a:extLst>
          </p:cNvPr>
          <p:cNvSpPr>
            <a:spLocks noGrp="1"/>
          </p:cNvSpPr>
          <p:nvPr>
            <p:ph/>
          </p:nvPr>
        </p:nvSpPr>
        <p:spPr>
          <a:xfrm>
            <a:off x="8339328" y="213514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3</a:t>
            </a:r>
          </a:p>
        </p:txBody>
      </p:sp>
      <p:sp>
        <p:nvSpPr>
          <p:cNvPr id="14" name="コンテンツ プレースホルダー 13">
            <a:extLst>
              <a:ext uri="{FF2B5EF4-FFF2-40B4-BE49-F238E27FC236}">
                <a16:creationId xmlns:a16="http://schemas.microsoft.com/office/drawing/2014/main" id="{FC4F16A2-505B-4A74-51F8-03C1AEF82BBA}"/>
              </a:ext>
            </a:extLst>
          </p:cNvPr>
          <p:cNvSpPr>
            <a:spLocks noGrp="1"/>
          </p:cNvSpPr>
          <p:nvPr>
            <p:ph/>
          </p:nvPr>
        </p:nvSpPr>
        <p:spPr>
          <a:xfrm>
            <a:off x="8915400" y="2190008"/>
            <a:ext cx="2560320" cy="347472"/>
          </a:xfrm>
        </p:spPr>
        <p:txBody>
          <a:bodyPr/>
          <a:lstStyle/>
          <a:p>
            <a:pPr marL="0" marR="0" indent="0" algn="l">
              <a:lnSpc>
                <a:spcPct val="100000"/>
              </a:lnSpc>
              <a:spcBef>
                <a:spcPts val="0"/>
              </a:spcBef>
              <a:spcAft>
                <a:spcPts val="0"/>
              </a:spcAft>
              <a:buNone/>
            </a:pPr>
            <a:r>
              <a:rPr lang="ja-JP" altLang="en-US" sz="1400" b="1" dirty="0">
                <a:solidFill>
                  <a:srgbClr val="102A43">
                    <a:alpha val="100000"/>
                  </a:srgbClr>
                </a:solidFill>
                <a:latin typeface="Yu Gothic"/>
                <a:cs typeface="Yu Gothic"/>
                <a:sym typeface="Yu Gothic"/>
              </a:rPr>
              <a:t>教科書の</a:t>
            </a:r>
            <a:r>
              <a:rPr sz="1400" b="1" i="0" u="none" strike="noStrike" cap="none" dirty="0" err="1">
                <a:solidFill>
                  <a:srgbClr val="102A43">
                    <a:alpha val="100000"/>
                  </a:srgbClr>
                </a:solidFill>
                <a:latin typeface="Yu Gothic"/>
                <a:cs typeface="Yu Gothic"/>
                <a:sym typeface="Yu Gothic"/>
              </a:rPr>
              <a:t>モデルと比較</a:t>
            </a:r>
            <a:endParaRPr sz="1400" b="1" i="0" u="none" strike="noStrike" cap="none" dirty="0">
              <a:solidFill>
                <a:srgbClr val="102A43">
                  <a:alpha val="100000"/>
                </a:srgbClr>
              </a:solidFill>
              <a:latin typeface="Yu Gothic"/>
              <a:cs typeface="Yu Gothic"/>
              <a:sym typeface="Yu Gothic"/>
            </a:endParaRPr>
          </a:p>
        </p:txBody>
      </p:sp>
      <p:sp>
        <p:nvSpPr>
          <p:cNvPr id="15" name="コンテンツ プレースホルダー 14">
            <a:extLst>
              <a:ext uri="{FF2B5EF4-FFF2-40B4-BE49-F238E27FC236}">
                <a16:creationId xmlns:a16="http://schemas.microsoft.com/office/drawing/2014/main" id="{AD510F57-606F-D45E-3ADF-2CD3DAB103DE}"/>
              </a:ext>
            </a:extLst>
          </p:cNvPr>
          <p:cNvSpPr>
            <a:spLocks noGrp="1"/>
          </p:cNvSpPr>
          <p:nvPr>
            <p:ph/>
          </p:nvPr>
        </p:nvSpPr>
        <p:spPr>
          <a:xfrm>
            <a:off x="8357616" y="2564904"/>
            <a:ext cx="3081528" cy="1388720"/>
          </a:xfrm>
        </p:spPr>
        <p:txBody>
          <a:bodyPr/>
          <a:lstStyle/>
          <a:p>
            <a:pPr marL="0" marR="0" indent="0" algn="l">
              <a:lnSpc>
                <a:spcPct val="135000"/>
              </a:lnSpc>
              <a:spcBef>
                <a:spcPts val="0"/>
              </a:spcBef>
              <a:spcAft>
                <a:spcPts val="0"/>
              </a:spcAft>
              <a:buNone/>
            </a:pPr>
            <a:r>
              <a:rPr lang="ja-JP" altLang="en-US" sz="1150" b="0" i="0" u="none" strike="noStrike" cap="none" dirty="0">
                <a:latin typeface="游ゴシック" panose="020B0400000000000000" pitchFamily="50" charset="-128"/>
                <a:ea typeface="游ゴシック" panose="020B0400000000000000" pitchFamily="50" charset="-128"/>
                <a:cs typeface="Yu Gothic"/>
                <a:sym typeface="Yu Gothic"/>
              </a:rPr>
              <a:t>「</a:t>
            </a:r>
            <a:r>
              <a:rPr lang="en-US" sz="1150" b="0" i="0" u="none" strike="noStrike" cap="none" dirty="0">
                <a:latin typeface="游ゴシック" panose="020B0400000000000000" pitchFamily="50" charset="-128"/>
                <a:ea typeface="游ゴシック" panose="020B0400000000000000" pitchFamily="50" charset="-128"/>
                <a:cs typeface="Yu Gothic"/>
                <a:sym typeface="Yu Gothic"/>
              </a:rPr>
              <a:t>2</a:t>
            </a:r>
            <a:r>
              <a:rPr lang="ja-JP" altLang="en-US" sz="1150" b="0" i="0" u="none" strike="noStrike" cap="none" dirty="0">
                <a:latin typeface="游ゴシック" panose="020B0400000000000000" pitchFamily="50" charset="-128"/>
                <a:ea typeface="游ゴシック" panose="020B0400000000000000" pitchFamily="50" charset="-128"/>
                <a:cs typeface="Yu Gothic"/>
                <a:sym typeface="Yu Gothic"/>
              </a:rPr>
              <a:t>」で作成したモデルと教科書</a:t>
            </a:r>
            <a:r>
              <a:rPr lang="en-US" altLang="ja-JP" sz="1150" b="0" i="0" u="none" strike="noStrike" cap="none" dirty="0">
                <a:latin typeface="游ゴシック" panose="020B0400000000000000" pitchFamily="50" charset="-128"/>
                <a:ea typeface="游ゴシック" panose="020B0400000000000000" pitchFamily="50" charset="-128"/>
                <a:cs typeface="Yu Gothic"/>
                <a:sym typeface="Yu Gothic"/>
              </a:rPr>
              <a:t>10</a:t>
            </a:r>
            <a:r>
              <a:rPr lang="ja-JP" altLang="en-US" sz="1150" b="0" i="0" u="none" strike="noStrike" cap="none" dirty="0">
                <a:latin typeface="游ゴシック" panose="020B0400000000000000" pitchFamily="50" charset="-128"/>
                <a:ea typeface="游ゴシック" panose="020B0400000000000000" pitchFamily="50" charset="-128"/>
                <a:cs typeface="Yu Gothic"/>
                <a:sym typeface="Yu Gothic"/>
              </a:rPr>
              <a:t>章で使用している</a:t>
            </a:r>
            <a:r>
              <a:rPr sz="1150" b="0" i="0" u="none" strike="noStrike" cap="none" dirty="0">
                <a:latin typeface="游ゴシック" panose="020B0400000000000000" pitchFamily="50" charset="-128"/>
                <a:ea typeface="游ゴシック" panose="020B0400000000000000" pitchFamily="50" charset="-128"/>
                <a:cs typeface="Yu Gothic"/>
                <a:sym typeface="Yu Gothic"/>
              </a:rPr>
              <a:t>3 </a:t>
            </a:r>
            <a:r>
              <a:rPr sz="1150" b="0" i="0" u="none" strike="noStrike" cap="none" dirty="0" err="1">
                <a:latin typeface="游ゴシック" panose="020B0400000000000000" pitchFamily="50" charset="-128"/>
                <a:ea typeface="游ゴシック" panose="020B0400000000000000" pitchFamily="50" charset="-128"/>
                <a:cs typeface="Yu Gothic"/>
                <a:sym typeface="Yu Gothic"/>
              </a:rPr>
              <a:t>変数モデル</a:t>
            </a:r>
            <a:r>
              <a:rPr lang="ja-JP" altLang="en-US" sz="1150" b="0" i="0" u="none" strike="noStrike" cap="none" dirty="0">
                <a:latin typeface="游ゴシック" panose="020B0400000000000000" pitchFamily="50" charset="-128"/>
                <a:ea typeface="游ゴシック" panose="020B0400000000000000" pitchFamily="50" charset="-128"/>
                <a:cs typeface="Yu Gothic"/>
                <a:sym typeface="Yu Gothic"/>
              </a:rPr>
              <a:t>を比較。</a:t>
            </a:r>
            <a:r>
              <a:rPr lang="ja-JP" altLang="en-US" sz="1150" dirty="0">
                <a:latin typeface="游ゴシック" panose="020B0400000000000000" pitchFamily="50" charset="-128"/>
                <a:ea typeface="游ゴシック" panose="020B0400000000000000" pitchFamily="50" charset="-128"/>
                <a:cs typeface="Yu Gothic"/>
                <a:sym typeface="Yu Gothic"/>
              </a:rPr>
              <a:t>（</a:t>
            </a:r>
            <a:r>
              <a:rPr sz="1150" b="0" i="0" u="none" strike="noStrike" cap="none" dirty="0" err="1">
                <a:latin typeface="游ゴシック" panose="020B0400000000000000" pitchFamily="50" charset="-128"/>
                <a:ea typeface="游ゴシック" panose="020B0400000000000000" pitchFamily="50" charset="-128"/>
                <a:cs typeface="Yu Gothic"/>
                <a:sym typeface="Yu Gothic"/>
              </a:rPr>
              <a:t>入れ子</a:t>
            </a:r>
            <a:r>
              <a:rPr sz="1150" b="0" i="0" u="none" strike="noStrike" cap="none" dirty="0">
                <a:latin typeface="游ゴシック" panose="020B0400000000000000" pitchFamily="50" charset="-128"/>
                <a:ea typeface="游ゴシック" panose="020B0400000000000000" pitchFamily="50" charset="-128"/>
                <a:cs typeface="Yu Gothic"/>
                <a:sym typeface="Yu Gothic"/>
              </a:rPr>
              <a:t> F </a:t>
            </a:r>
            <a:r>
              <a:rPr sz="1150" b="0" i="0" u="none" strike="noStrike" cap="none" dirty="0" err="1">
                <a:latin typeface="游ゴシック" panose="020B0400000000000000" pitchFamily="50" charset="-128"/>
                <a:ea typeface="游ゴシック" panose="020B0400000000000000" pitchFamily="50" charset="-128"/>
                <a:cs typeface="Yu Gothic"/>
                <a:sym typeface="Yu Gothic"/>
              </a:rPr>
              <a:t>検定・交差検証・省略変数バイアス</a:t>
            </a:r>
            <a:r>
              <a:rPr lang="ja-JP" altLang="en-US" sz="1150" b="0" i="0" u="none" strike="noStrike" cap="none" dirty="0">
                <a:latin typeface="游ゴシック" panose="020B0400000000000000" pitchFamily="50" charset="-128"/>
                <a:ea typeface="游ゴシック" panose="020B0400000000000000" pitchFamily="50" charset="-128"/>
                <a:cs typeface="Yu Gothic"/>
                <a:sym typeface="Yu Gothic"/>
              </a:rPr>
              <a:t>）</a:t>
            </a:r>
            <a:endParaRPr lang="en-US" altLang="ja-JP" sz="1150" b="0" i="0" u="none" strike="noStrike" cap="none" dirty="0">
              <a:latin typeface="游ゴシック" panose="020B0400000000000000" pitchFamily="50" charset="-128"/>
              <a:ea typeface="游ゴシック" panose="020B0400000000000000" pitchFamily="50" charset="-128"/>
              <a:cs typeface="Yu Gothic"/>
              <a:sym typeface="Yu Gothic"/>
            </a:endParaRPr>
          </a:p>
          <a:p>
            <a:pPr marL="0" marR="0" indent="0" algn="l">
              <a:lnSpc>
                <a:spcPct val="135000"/>
              </a:lnSpc>
              <a:spcBef>
                <a:spcPts val="0"/>
              </a:spcBef>
              <a:spcAft>
                <a:spcPts val="0"/>
              </a:spcAft>
              <a:buNone/>
            </a:pPr>
            <a:r>
              <a:rPr lang="ja-JP" altLang="en-US" sz="1150" b="0" i="0" u="none" strike="noStrike" cap="none" dirty="0">
                <a:solidFill>
                  <a:srgbClr val="FF0000"/>
                </a:solidFill>
                <a:latin typeface="游ゴシック" panose="020B0400000000000000" pitchFamily="50" charset="-128"/>
                <a:ea typeface="游ゴシック" panose="020B0400000000000000" pitchFamily="50" charset="-128"/>
                <a:cs typeface="Yu Gothic"/>
                <a:sym typeface="Yu Gothic"/>
              </a:rPr>
              <a:t>解釈が目的なら</a:t>
            </a:r>
            <a:r>
              <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rPr>
              <a:t>教科書</a:t>
            </a:r>
            <a:r>
              <a:rPr lang="ja-JP" altLang="en-US" sz="1150" b="0" i="0" u="none" strike="noStrike" cap="none" dirty="0">
                <a:solidFill>
                  <a:srgbClr val="FF0000"/>
                </a:solidFill>
                <a:latin typeface="游ゴシック" panose="020B0400000000000000" pitchFamily="50" charset="-128"/>
                <a:ea typeface="游ゴシック" panose="020B0400000000000000" pitchFamily="50" charset="-128"/>
                <a:cs typeface="Yu Gothic"/>
                <a:sym typeface="Yu Gothic"/>
              </a:rPr>
              <a:t>モデル、予測が目的なら「</a:t>
            </a:r>
            <a:r>
              <a:rPr lang="en-US" altLang="ja-JP" sz="1150" dirty="0">
                <a:solidFill>
                  <a:srgbClr val="FF0000"/>
                </a:solidFill>
                <a:latin typeface="游ゴシック" panose="020B0400000000000000" pitchFamily="50" charset="-128"/>
                <a:ea typeface="游ゴシック" panose="020B0400000000000000" pitchFamily="50" charset="-128"/>
                <a:cs typeface="Yu Gothic"/>
                <a:sym typeface="Yu Gothic"/>
              </a:rPr>
              <a:t>2</a:t>
            </a:r>
            <a:r>
              <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rPr>
              <a:t>」のモデル</a:t>
            </a:r>
            <a:r>
              <a:rPr lang="ja-JP" altLang="en-US" sz="1150" b="0" i="0" u="none" strike="noStrike" cap="none" dirty="0">
                <a:solidFill>
                  <a:srgbClr val="FF0000"/>
                </a:solidFill>
                <a:latin typeface="游ゴシック" panose="020B0400000000000000" pitchFamily="50" charset="-128"/>
                <a:ea typeface="游ゴシック" panose="020B0400000000000000" pitchFamily="50" charset="-128"/>
                <a:cs typeface="Yu Gothic"/>
                <a:sym typeface="Yu Gothic"/>
              </a:rPr>
              <a:t>と整理。</a:t>
            </a:r>
            <a:endParaRPr sz="1150" b="0" i="0" u="none" strike="noStrike" cap="none" dirty="0">
              <a:solidFill>
                <a:srgbClr val="FF0000"/>
              </a:solidFill>
              <a:latin typeface="游ゴシック" panose="020B0400000000000000" pitchFamily="50" charset="-128"/>
              <a:ea typeface="游ゴシック" panose="020B0400000000000000" pitchFamily="50" charset="-128"/>
              <a:cs typeface="Yu Gothic"/>
              <a:sym typeface="Yu Gothic"/>
            </a:endParaRPr>
          </a:p>
        </p:txBody>
      </p:sp>
      <p:pic>
        <p:nvPicPr>
          <p:cNvPr id="16" name="コンテンツ プレースホルダー 15">
            <a:extLst>
              <a:ext uri="{FF2B5EF4-FFF2-40B4-BE49-F238E27FC236}">
                <a16:creationId xmlns:a16="http://schemas.microsoft.com/office/drawing/2014/main" id="{AEE4D668-5CC8-463A-DFB3-CAA57FE72A23}"/>
              </a:ext>
            </a:extLst>
          </p:cNvPr>
          <p:cNvPicPr>
            <a:picLocks noGrp="1"/>
          </p:cNvPicPr>
          <p:nvPr>
            <p:ph/>
          </p:nvPr>
        </p:nvPicPr>
        <p:blipFill>
          <a:blip r:embed="rId2"/>
          <a:stretch>
            <a:fillRect/>
          </a:stretch>
        </p:blipFill>
        <p:spPr>
          <a:xfrm>
            <a:off x="566928" y="4137680"/>
            <a:ext cx="3520440" cy="1964784"/>
          </a:xfrm>
          <a:prstGeom prst="rect">
            <a:avLst/>
          </a:prstGeom>
        </p:spPr>
      </p:pic>
      <p:sp>
        <p:nvSpPr>
          <p:cNvPr id="17" name="コンテンツ プレースホルダー 16">
            <a:extLst>
              <a:ext uri="{FF2B5EF4-FFF2-40B4-BE49-F238E27FC236}">
                <a16:creationId xmlns:a16="http://schemas.microsoft.com/office/drawing/2014/main" id="{0E4BA64E-6D24-C931-7EDF-3F267A1D39F1}"/>
              </a:ext>
            </a:extLst>
          </p:cNvPr>
          <p:cNvSpPr>
            <a:spLocks noGrp="1"/>
          </p:cNvSpPr>
          <p:nvPr>
            <p:ph/>
          </p:nvPr>
        </p:nvSpPr>
        <p:spPr>
          <a:xfrm>
            <a:off x="768096" y="428398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4</a:t>
            </a:r>
          </a:p>
        </p:txBody>
      </p:sp>
      <p:sp>
        <p:nvSpPr>
          <p:cNvPr id="18" name="コンテンツ プレースホルダー 17">
            <a:extLst>
              <a:ext uri="{FF2B5EF4-FFF2-40B4-BE49-F238E27FC236}">
                <a16:creationId xmlns:a16="http://schemas.microsoft.com/office/drawing/2014/main" id="{3E1228E0-C088-D350-FD65-52FF3A9B3AB5}"/>
              </a:ext>
            </a:extLst>
          </p:cNvPr>
          <p:cNvSpPr>
            <a:spLocks noGrp="1"/>
          </p:cNvSpPr>
          <p:nvPr>
            <p:ph/>
          </p:nvPr>
        </p:nvSpPr>
        <p:spPr>
          <a:xfrm>
            <a:off x="1344168" y="4338848"/>
            <a:ext cx="2560320" cy="347472"/>
          </a:xfrm>
        </p:spPr>
        <p:txBody>
          <a:bodyPr/>
          <a:lstStyle/>
          <a:p>
            <a:pPr marL="0" marR="0" indent="0" algn="l">
              <a:lnSpc>
                <a:spcPct val="100000"/>
              </a:lnSpc>
              <a:spcBef>
                <a:spcPts val="0"/>
              </a:spcBef>
              <a:spcAft>
                <a:spcPts val="0"/>
              </a:spcAft>
              <a:buNone/>
            </a:pPr>
            <a:r>
              <a:rPr sz="1400" b="1" i="0" u="none" strike="noStrike" cap="none" dirty="0" err="1">
                <a:solidFill>
                  <a:srgbClr val="102A43">
                    <a:alpha val="100000"/>
                  </a:srgbClr>
                </a:solidFill>
                <a:latin typeface="Yu Gothic"/>
                <a:cs typeface="Yu Gothic"/>
                <a:sym typeface="Yu Gothic"/>
              </a:rPr>
              <a:t>解釈可能性の制約</a:t>
            </a:r>
            <a:endParaRPr sz="1400" b="1" i="0" u="none" strike="noStrike" cap="none" dirty="0">
              <a:solidFill>
                <a:srgbClr val="102A43">
                  <a:alpha val="100000"/>
                </a:srgbClr>
              </a:solidFill>
              <a:latin typeface="Yu Gothic"/>
              <a:cs typeface="Yu Gothic"/>
              <a:sym typeface="Yu Gothic"/>
            </a:endParaRPr>
          </a:p>
        </p:txBody>
      </p:sp>
      <p:sp>
        <p:nvSpPr>
          <p:cNvPr id="19" name="コンテンツ プレースホルダー 18">
            <a:extLst>
              <a:ext uri="{FF2B5EF4-FFF2-40B4-BE49-F238E27FC236}">
                <a16:creationId xmlns:a16="http://schemas.microsoft.com/office/drawing/2014/main" id="{E9288533-86B4-E5BF-609B-1F6F74D25FFC}"/>
              </a:ext>
            </a:extLst>
          </p:cNvPr>
          <p:cNvSpPr>
            <a:spLocks noGrp="1"/>
          </p:cNvSpPr>
          <p:nvPr>
            <p:ph/>
          </p:nvPr>
        </p:nvSpPr>
        <p:spPr>
          <a:xfrm>
            <a:off x="786384" y="4713744"/>
            <a:ext cx="3081528" cy="1005840"/>
          </a:xfrm>
        </p:spPr>
        <p:txBody>
          <a:bodyPr/>
          <a:lstStyle/>
          <a:p>
            <a:pPr marL="0" marR="0" indent="0" algn="l">
              <a:lnSpc>
                <a:spcPct val="135000"/>
              </a:lnSpc>
              <a:spcBef>
                <a:spcPts val="0"/>
              </a:spcBef>
              <a:spcAft>
                <a:spcPts val="0"/>
              </a:spcAft>
              <a:buNone/>
            </a:pPr>
            <a:r>
              <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rPr>
              <a:t>人間が解釈しやすいモデルにするため、</a:t>
            </a:r>
            <a:r>
              <a:rPr lang="ja-JP" altLang="en-US" sz="1150" dirty="0">
                <a:latin typeface="游ゴシック" panose="020B0400000000000000" pitchFamily="50" charset="-128"/>
                <a:ea typeface="游ゴシック" panose="020B0400000000000000" pitchFamily="50" charset="-128"/>
                <a:cs typeface="Yu Gothic"/>
                <a:sym typeface="Yu Gothic"/>
              </a:rPr>
              <a:t>説明変数の設定に</a:t>
            </a:r>
            <a:r>
              <a:rPr sz="1150" b="0" i="0" u="none" strike="noStrike" cap="none" dirty="0">
                <a:latin typeface="Yu Gothic"/>
                <a:cs typeface="Yu Gothic"/>
                <a:sym typeface="Yu Gothic"/>
              </a:rPr>
              <a:t>8つの制約を課し、2^15 </a:t>
            </a:r>
            <a:r>
              <a:rPr sz="1150" b="0" i="0" u="none" strike="noStrike" cap="none" dirty="0" err="1">
                <a:latin typeface="Yu Gothic"/>
                <a:cs typeface="Yu Gothic"/>
                <a:sym typeface="Yu Gothic"/>
              </a:rPr>
              <a:t>通りの総当たり探索から</a:t>
            </a:r>
            <a:r>
              <a:rPr lang="ja-JP" altLang="en-US" sz="1150" dirty="0">
                <a:latin typeface="游ゴシック" panose="020B0400000000000000" pitchFamily="50" charset="-128"/>
                <a:ea typeface="游ゴシック" panose="020B0400000000000000" pitchFamily="50" charset="-128"/>
                <a:cs typeface="Yu Gothic"/>
                <a:sym typeface="Yu Gothic"/>
              </a:rPr>
              <a:t>本分析で使用するモデル</a:t>
            </a:r>
            <a:r>
              <a:rPr sz="1150" b="0" i="0" u="none" strike="noStrike" cap="none" dirty="0" err="1">
                <a:latin typeface="Yu Gothic"/>
                <a:cs typeface="Yu Gothic"/>
                <a:sym typeface="Yu Gothic"/>
              </a:rPr>
              <a:t>を選定</a:t>
            </a:r>
            <a:r>
              <a:rPr lang="ja-JP" altLang="en-US" sz="1150" b="0" i="0" u="none" strike="noStrike" cap="none" dirty="0">
                <a:latin typeface="游ゴシック" panose="020B0400000000000000" pitchFamily="50" charset="-128"/>
                <a:ea typeface="游ゴシック" panose="020B0400000000000000" pitchFamily="50" charset="-128"/>
                <a:cs typeface="Yu Gothic"/>
                <a:sym typeface="Yu Gothic"/>
              </a:rPr>
              <a:t>（</a:t>
            </a:r>
            <a:r>
              <a:rPr lang="en-US" altLang="ja-JP" sz="1150" b="0" i="0" u="none" strike="noStrike" cap="none" dirty="0">
                <a:latin typeface="游ゴシック" panose="020B0400000000000000" pitchFamily="50" charset="-128"/>
                <a:ea typeface="游ゴシック" panose="020B0400000000000000" pitchFamily="50" charset="-128"/>
                <a:cs typeface="Yu Gothic"/>
                <a:sym typeface="Yu Gothic"/>
              </a:rPr>
              <a:t>C6</a:t>
            </a:r>
            <a:r>
              <a:rPr lang="ja-JP" altLang="en-US" sz="1150" b="0" i="0" u="none" strike="noStrike" cap="none" dirty="0">
                <a:latin typeface="游ゴシック" panose="020B0400000000000000" pitchFamily="50" charset="-128"/>
                <a:ea typeface="游ゴシック" panose="020B0400000000000000" pitchFamily="50" charset="-128"/>
                <a:cs typeface="Yu Gothic"/>
                <a:sym typeface="Yu Gothic"/>
              </a:rPr>
              <a:t>モデル）</a:t>
            </a:r>
            <a:r>
              <a:rPr sz="1150" b="0" i="0" u="none" strike="noStrike" cap="none" dirty="0">
                <a:latin typeface="Yu Gothic"/>
                <a:cs typeface="Yu Gothic"/>
                <a:sym typeface="Yu Gothic"/>
              </a:rPr>
              <a:t>。</a:t>
            </a:r>
          </a:p>
        </p:txBody>
      </p:sp>
      <p:pic>
        <p:nvPicPr>
          <p:cNvPr id="20" name="コンテンツ プレースホルダー 19">
            <a:extLst>
              <a:ext uri="{FF2B5EF4-FFF2-40B4-BE49-F238E27FC236}">
                <a16:creationId xmlns:a16="http://schemas.microsoft.com/office/drawing/2014/main" id="{4C432060-4F5C-0598-16F4-727D2D69C3B6}"/>
              </a:ext>
            </a:extLst>
          </p:cNvPr>
          <p:cNvPicPr>
            <a:picLocks noGrp="1"/>
          </p:cNvPicPr>
          <p:nvPr>
            <p:ph/>
          </p:nvPr>
        </p:nvPicPr>
        <p:blipFill>
          <a:blip r:embed="rId2"/>
          <a:stretch>
            <a:fillRect/>
          </a:stretch>
        </p:blipFill>
        <p:spPr>
          <a:xfrm>
            <a:off x="4352544" y="4137680"/>
            <a:ext cx="3520440" cy="1964784"/>
          </a:xfrm>
          <a:prstGeom prst="rect">
            <a:avLst/>
          </a:prstGeom>
        </p:spPr>
      </p:pic>
      <p:sp>
        <p:nvSpPr>
          <p:cNvPr id="21" name="コンテンツ プレースホルダー 20">
            <a:extLst>
              <a:ext uri="{FF2B5EF4-FFF2-40B4-BE49-F238E27FC236}">
                <a16:creationId xmlns:a16="http://schemas.microsoft.com/office/drawing/2014/main" id="{47372FB0-FD3B-E47B-CF1F-B14C8C981DCA}"/>
              </a:ext>
            </a:extLst>
          </p:cNvPr>
          <p:cNvSpPr>
            <a:spLocks noGrp="1"/>
          </p:cNvSpPr>
          <p:nvPr>
            <p:ph/>
          </p:nvPr>
        </p:nvSpPr>
        <p:spPr>
          <a:xfrm>
            <a:off x="4553712" y="428398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5</a:t>
            </a:r>
          </a:p>
        </p:txBody>
      </p:sp>
      <p:sp>
        <p:nvSpPr>
          <p:cNvPr id="22" name="コンテンツ プレースホルダー 21">
            <a:extLst>
              <a:ext uri="{FF2B5EF4-FFF2-40B4-BE49-F238E27FC236}">
                <a16:creationId xmlns:a16="http://schemas.microsoft.com/office/drawing/2014/main" id="{8B29D6EB-466B-8B33-B37E-FB5A936A784F}"/>
              </a:ext>
            </a:extLst>
          </p:cNvPr>
          <p:cNvSpPr>
            <a:spLocks noGrp="1"/>
          </p:cNvSpPr>
          <p:nvPr>
            <p:ph/>
          </p:nvPr>
        </p:nvSpPr>
        <p:spPr>
          <a:xfrm>
            <a:off x="5129784" y="4338848"/>
            <a:ext cx="2560320" cy="347472"/>
          </a:xfrm>
        </p:spPr>
        <p:txBody>
          <a:bodyPr/>
          <a:lstStyle/>
          <a:p>
            <a:pPr marL="0" marR="0" indent="0" algn="l">
              <a:lnSpc>
                <a:spcPct val="100000"/>
              </a:lnSpc>
              <a:spcBef>
                <a:spcPts val="0"/>
              </a:spcBef>
              <a:spcAft>
                <a:spcPts val="0"/>
              </a:spcAft>
              <a:buNone/>
            </a:pPr>
            <a:r>
              <a:rPr sz="1400" b="1" i="0" u="none" strike="noStrike" cap="none" dirty="0" err="1">
                <a:solidFill>
                  <a:srgbClr val="102A43">
                    <a:alpha val="100000"/>
                  </a:srgbClr>
                </a:solidFill>
                <a:latin typeface="Yu Gothic"/>
                <a:cs typeface="Yu Gothic"/>
                <a:sym typeface="Yu Gothic"/>
              </a:rPr>
              <a:t>空間相関（CAR</a:t>
            </a:r>
            <a:r>
              <a:rPr sz="1400" b="1" i="0" u="none" strike="noStrike" cap="none" dirty="0">
                <a:solidFill>
                  <a:srgbClr val="102A43">
                    <a:alpha val="100000"/>
                  </a:srgbClr>
                </a:solidFill>
                <a:latin typeface="Yu Gothic"/>
                <a:cs typeface="Yu Gothic"/>
                <a:sym typeface="Yu Gothic"/>
              </a:rPr>
              <a:t>）</a:t>
            </a:r>
          </a:p>
        </p:txBody>
      </p:sp>
      <p:sp>
        <p:nvSpPr>
          <p:cNvPr id="23" name="コンテンツ プレースホルダー 22">
            <a:extLst>
              <a:ext uri="{FF2B5EF4-FFF2-40B4-BE49-F238E27FC236}">
                <a16:creationId xmlns:a16="http://schemas.microsoft.com/office/drawing/2014/main" id="{C235F8FD-761A-6BCA-723F-72621ED08472}"/>
              </a:ext>
            </a:extLst>
          </p:cNvPr>
          <p:cNvSpPr>
            <a:spLocks noGrp="1"/>
          </p:cNvSpPr>
          <p:nvPr>
            <p:ph/>
          </p:nvPr>
        </p:nvSpPr>
        <p:spPr>
          <a:xfrm>
            <a:off x="4572000" y="4713744"/>
            <a:ext cx="3081528" cy="1005840"/>
          </a:xfrm>
        </p:spPr>
        <p:txBody>
          <a:bodyPr/>
          <a:lstStyle/>
          <a:p>
            <a:pPr marL="0" marR="0" indent="0" algn="l">
              <a:lnSpc>
                <a:spcPct val="135000"/>
              </a:lnSpc>
              <a:spcBef>
                <a:spcPts val="0"/>
              </a:spcBef>
              <a:spcAft>
                <a:spcPts val="0"/>
              </a:spcAft>
              <a:buNone/>
            </a:pPr>
            <a:r>
              <a:rPr sz="1150" b="0" i="0" u="none" strike="noStrike" cap="none" dirty="0" err="1">
                <a:latin typeface="Yu Gothic"/>
                <a:cs typeface="Yu Gothic"/>
                <a:sym typeface="Yu Gothic"/>
              </a:rPr>
              <a:t>ICAR・BYM・Leroux</a:t>
            </a:r>
            <a:r>
              <a:rPr sz="1150" b="0" i="0" u="none" strike="noStrike" cap="none" dirty="0">
                <a:latin typeface="Yu Gothic"/>
                <a:cs typeface="Yu Gothic"/>
                <a:sym typeface="Yu Gothic"/>
              </a:rPr>
              <a:t> </a:t>
            </a:r>
            <a:r>
              <a:rPr sz="1150" b="0" i="0" u="none" strike="noStrike" cap="none" dirty="0" err="1">
                <a:latin typeface="Yu Gothic"/>
                <a:cs typeface="Yu Gothic"/>
                <a:sym typeface="Yu Gothic"/>
              </a:rPr>
              <a:t>を当てはめ、空間依存</a:t>
            </a:r>
            <a:r>
              <a:rPr sz="1150" b="0" i="0" u="none" strike="noStrike" cap="none" dirty="0">
                <a:latin typeface="Yu Gothic"/>
                <a:cs typeface="Yu Gothic"/>
                <a:sym typeface="Yu Gothic"/>
              </a:rPr>
              <a:t> ρ = 0.938 </a:t>
            </a:r>
            <a:r>
              <a:rPr sz="1150" b="0" i="0" u="none" strike="noStrike" cap="none" dirty="0" err="1">
                <a:latin typeface="Yu Gothic"/>
                <a:cs typeface="Yu Gothic"/>
                <a:sym typeface="Yu Gothic"/>
              </a:rPr>
              <a:t>を推定</a:t>
            </a:r>
            <a:r>
              <a:rPr sz="1150" b="0" i="0" u="none" strike="noStrike" cap="none" dirty="0">
                <a:latin typeface="Yu Gothic"/>
                <a:cs typeface="Yu Gothic"/>
                <a:sym typeface="Yu Gothic"/>
              </a:rPr>
              <a:t>。</a:t>
            </a:r>
          </a:p>
        </p:txBody>
      </p:sp>
      <p:pic>
        <p:nvPicPr>
          <p:cNvPr id="24" name="コンテンツ プレースホルダー 23">
            <a:extLst>
              <a:ext uri="{FF2B5EF4-FFF2-40B4-BE49-F238E27FC236}">
                <a16:creationId xmlns:a16="http://schemas.microsoft.com/office/drawing/2014/main" id="{2B7C42FD-EC9A-347C-8391-677520991082}"/>
              </a:ext>
            </a:extLst>
          </p:cNvPr>
          <p:cNvPicPr>
            <a:picLocks noGrp="1"/>
          </p:cNvPicPr>
          <p:nvPr>
            <p:ph/>
          </p:nvPr>
        </p:nvPicPr>
        <p:blipFill>
          <a:blip r:embed="rId2"/>
          <a:stretch>
            <a:fillRect/>
          </a:stretch>
        </p:blipFill>
        <p:spPr>
          <a:xfrm>
            <a:off x="8138160" y="4137680"/>
            <a:ext cx="3520440" cy="1964784"/>
          </a:xfrm>
          <a:prstGeom prst="rect">
            <a:avLst/>
          </a:prstGeom>
        </p:spPr>
      </p:pic>
      <p:sp>
        <p:nvSpPr>
          <p:cNvPr id="25" name="コンテンツ プレースホルダー 24">
            <a:extLst>
              <a:ext uri="{FF2B5EF4-FFF2-40B4-BE49-F238E27FC236}">
                <a16:creationId xmlns:a16="http://schemas.microsoft.com/office/drawing/2014/main" id="{C07E4558-1FF6-32DB-D559-C2A6D2405543}"/>
              </a:ext>
            </a:extLst>
          </p:cNvPr>
          <p:cNvSpPr>
            <a:spLocks noGrp="1"/>
          </p:cNvSpPr>
          <p:nvPr>
            <p:ph/>
          </p:nvPr>
        </p:nvSpPr>
        <p:spPr>
          <a:xfrm>
            <a:off x="8339328" y="428398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6</a:t>
            </a:r>
          </a:p>
        </p:txBody>
      </p:sp>
      <p:sp>
        <p:nvSpPr>
          <p:cNvPr id="26" name="コンテンツ プレースホルダー 25">
            <a:extLst>
              <a:ext uri="{FF2B5EF4-FFF2-40B4-BE49-F238E27FC236}">
                <a16:creationId xmlns:a16="http://schemas.microsoft.com/office/drawing/2014/main" id="{861B1364-3ECC-A6F5-DFE7-4CF08C277187}"/>
              </a:ext>
            </a:extLst>
          </p:cNvPr>
          <p:cNvSpPr>
            <a:spLocks noGrp="1"/>
          </p:cNvSpPr>
          <p:nvPr>
            <p:ph/>
          </p:nvPr>
        </p:nvSpPr>
        <p:spPr>
          <a:xfrm>
            <a:off x="8915400" y="4338848"/>
            <a:ext cx="2560320" cy="347472"/>
          </a:xfrm>
        </p:spPr>
        <p:txBody>
          <a:bodyPr/>
          <a:lstStyle/>
          <a:p>
            <a:pPr marL="0" marR="0" indent="0" algn="l">
              <a:lnSpc>
                <a:spcPct val="100000"/>
              </a:lnSpc>
              <a:spcBef>
                <a:spcPts val="0"/>
              </a:spcBef>
              <a:spcAft>
                <a:spcPts val="0"/>
              </a:spcAft>
              <a:buNone/>
            </a:pPr>
            <a:r>
              <a:rPr sz="1400" b="1" i="0" u="none" strike="noStrike" cap="none" dirty="0" err="1">
                <a:solidFill>
                  <a:srgbClr val="102A43">
                    <a:alpha val="100000"/>
                  </a:srgbClr>
                </a:solidFill>
                <a:latin typeface="Yu Gothic"/>
                <a:cs typeface="Yu Gothic"/>
                <a:sym typeface="Yu Gothic"/>
              </a:rPr>
              <a:t>地図化と報告</a:t>
            </a:r>
            <a:endParaRPr sz="1400" b="1" i="0" u="none" strike="noStrike" cap="none" dirty="0">
              <a:solidFill>
                <a:srgbClr val="102A43">
                  <a:alpha val="100000"/>
                </a:srgbClr>
              </a:solidFill>
              <a:latin typeface="Yu Gothic"/>
              <a:cs typeface="Yu Gothic"/>
              <a:sym typeface="Yu Gothic"/>
            </a:endParaRPr>
          </a:p>
        </p:txBody>
      </p:sp>
      <p:sp>
        <p:nvSpPr>
          <p:cNvPr id="27" name="コンテンツ プレースホルダー 26">
            <a:extLst>
              <a:ext uri="{FF2B5EF4-FFF2-40B4-BE49-F238E27FC236}">
                <a16:creationId xmlns:a16="http://schemas.microsoft.com/office/drawing/2014/main" id="{137D51DA-A318-9E2D-94ED-6933F090FDB7}"/>
              </a:ext>
            </a:extLst>
          </p:cNvPr>
          <p:cNvSpPr>
            <a:spLocks noGrp="1"/>
          </p:cNvSpPr>
          <p:nvPr>
            <p:ph/>
          </p:nvPr>
        </p:nvSpPr>
        <p:spPr>
          <a:xfrm>
            <a:off x="8357616" y="4713744"/>
            <a:ext cx="3081528" cy="1005840"/>
          </a:xfrm>
        </p:spPr>
        <p:txBody>
          <a:bodyPr/>
          <a:lstStyle/>
          <a:p>
            <a:pPr marL="0" marR="0" indent="0" algn="l">
              <a:lnSpc>
                <a:spcPct val="135000"/>
              </a:lnSpc>
              <a:spcBef>
                <a:spcPts val="0"/>
              </a:spcBef>
              <a:spcAft>
                <a:spcPts val="0"/>
              </a:spcAft>
              <a:buNone/>
            </a:pPr>
            <a:r>
              <a:rPr sz="1150" b="0" i="0" u="none" strike="noStrike" cap="none" dirty="0" err="1">
                <a:latin typeface="Yu Gothic"/>
                <a:cs typeface="Yu Gothic"/>
                <a:sym typeface="Yu Gothic"/>
              </a:rPr>
              <a:t>実測</a:t>
            </a:r>
            <a:r>
              <a:rPr lang="ja-JP" altLang="en-US" sz="1150" b="0" i="0" u="none" strike="noStrike" cap="none" dirty="0">
                <a:latin typeface="Yu Gothic"/>
                <a:cs typeface="Yu Gothic"/>
                <a:sym typeface="Yu Gothic"/>
              </a:rPr>
              <a:t>値／</a:t>
            </a:r>
            <a:r>
              <a:rPr sz="1150" b="0" i="0" u="none" strike="noStrike" cap="none" dirty="0">
                <a:latin typeface="Yu Gothic"/>
                <a:cs typeface="Yu Gothic"/>
                <a:sym typeface="Yu Gothic"/>
              </a:rPr>
              <a:t>C6</a:t>
            </a:r>
            <a:r>
              <a:rPr lang="ja-JP" altLang="en-US" sz="1150" dirty="0">
                <a:latin typeface="Yu Gothic"/>
                <a:cs typeface="Yu Gothic"/>
                <a:sym typeface="Yu Gothic"/>
              </a:rPr>
              <a:t>／</a:t>
            </a:r>
            <a:r>
              <a:rPr sz="1150" b="0" i="0" u="none" strike="noStrike" cap="none" dirty="0">
                <a:latin typeface="Yu Gothic"/>
                <a:cs typeface="Yu Gothic"/>
                <a:sym typeface="Yu Gothic"/>
              </a:rPr>
              <a:t>C6+Leroux </a:t>
            </a:r>
            <a:r>
              <a:rPr sz="1150" b="0" i="0" u="none" strike="noStrike" cap="none" dirty="0" err="1">
                <a:latin typeface="Yu Gothic"/>
                <a:cs typeface="Yu Gothic"/>
                <a:sym typeface="Yu Gothic"/>
              </a:rPr>
              <a:t>の推定値を指定配色で地図化し、報告書に集約</a:t>
            </a:r>
            <a:r>
              <a:rPr sz="1150" b="0" i="0" u="none" strike="noStrike" cap="none" dirty="0">
                <a:latin typeface="Yu Gothic"/>
                <a:cs typeface="Yu Gothic"/>
                <a:sym typeface="Yu Gothic"/>
              </a:rPr>
              <a:t>。</a:t>
            </a:r>
          </a:p>
        </p:txBody>
      </p:sp>
      <p:sp>
        <p:nvSpPr>
          <p:cNvPr id="28" name="コンテンツ プレースホルダー 27">
            <a:extLst>
              <a:ext uri="{FF2B5EF4-FFF2-40B4-BE49-F238E27FC236}">
                <a16:creationId xmlns:a16="http://schemas.microsoft.com/office/drawing/2014/main" id="{489562A2-EB28-2C02-2556-C6D2C16C7DBF}"/>
              </a:ext>
            </a:extLst>
          </p:cNvPr>
          <p:cNvSpPr>
            <a:spLocks noGrp="1"/>
          </p:cNvSpPr>
          <p:nvPr>
            <p:ph/>
          </p:nvPr>
        </p:nvSpPr>
        <p:spPr>
          <a:xfrm>
            <a:off x="566928" y="6355080"/>
            <a:ext cx="9326880" cy="274320"/>
          </a:xfrm>
        </p:spPr>
        <p:txBody>
          <a:bodyPr/>
          <a:lstStyle/>
          <a:p>
            <a:pPr marL="0" marR="0" indent="0" algn="l">
              <a:lnSpc>
                <a:spcPct val="100000"/>
              </a:lnSpc>
              <a:spcBef>
                <a:spcPts val="0"/>
              </a:spcBef>
              <a:spcAft>
                <a:spcPts val="0"/>
              </a:spcAft>
              <a:buNone/>
            </a:pPr>
            <a:r>
              <a:rPr sz="1000" b="0" i="0" u="none" strike="noStrike" cap="none" dirty="0" err="1">
                <a:solidFill>
                  <a:srgbClr val="5A7184">
                    <a:alpha val="100000"/>
                  </a:srgbClr>
                </a:solidFill>
                <a:latin typeface="Yu Gothic"/>
                <a:cs typeface="Yu Gothic"/>
                <a:sym typeface="Yu Gothic"/>
              </a:rPr>
              <a:t>依頼は日本語の自然文のみ。コード・検証・図表・報告書はすべて生成物</a:t>
            </a:r>
            <a:r>
              <a:rPr sz="1000" b="0" i="0" u="none" strike="noStrike" cap="none" dirty="0">
                <a:solidFill>
                  <a:srgbClr val="5A7184">
                    <a:alpha val="100000"/>
                  </a:srgbClr>
                </a:solidFill>
                <a:latin typeface="Yu Gothic"/>
                <a:cs typeface="Yu Gothic"/>
                <a:sym typeface="Yu Gothic"/>
              </a:rPr>
              <a:t>。</a:t>
            </a:r>
          </a:p>
        </p:txBody>
      </p:sp>
      <p:pic>
        <p:nvPicPr>
          <p:cNvPr id="30" name="コンテンツ プレースホルダー 17">
            <a:extLst>
              <a:ext uri="{FF2B5EF4-FFF2-40B4-BE49-F238E27FC236}">
                <a16:creationId xmlns:a16="http://schemas.microsoft.com/office/drawing/2014/main" id="{1AE285CC-E984-BCEC-DC70-6C5790D86FDF}"/>
              </a:ext>
            </a:extLst>
          </p:cNvPr>
          <p:cNvPicPr>
            <a:picLocks/>
          </p:cNvPicPr>
          <p:nvPr/>
        </p:nvPicPr>
        <p:blipFill>
          <a:blip r:embed="rId3"/>
          <a:stretch>
            <a:fillRect/>
          </a:stretch>
        </p:blipFill>
        <p:spPr>
          <a:xfrm>
            <a:off x="563880" y="1152739"/>
            <a:ext cx="11064240" cy="548069"/>
          </a:xfrm>
          <a:prstGeom prst="rect">
            <a:avLst/>
          </a:prstGeom>
        </p:spPr>
      </p:pic>
      <p:sp>
        <p:nvSpPr>
          <p:cNvPr id="31" name="コンテンツ プレースホルダー 18">
            <a:extLst>
              <a:ext uri="{FF2B5EF4-FFF2-40B4-BE49-F238E27FC236}">
                <a16:creationId xmlns:a16="http://schemas.microsoft.com/office/drawing/2014/main" id="{2725B4CC-F23F-0293-96BA-A5BC0111A398}"/>
              </a:ext>
            </a:extLst>
          </p:cNvPr>
          <p:cNvSpPr txBox="1">
            <a:spLocks/>
          </p:cNvSpPr>
          <p:nvPr/>
        </p:nvSpPr>
        <p:spPr>
          <a:xfrm>
            <a:off x="792480" y="1233320"/>
            <a:ext cx="10597896" cy="402304"/>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ja-JP" altLang="en-US" sz="1300" b="1" dirty="0">
                <a:solidFill>
                  <a:srgbClr val="12608A">
                    <a:alpha val="100000"/>
                  </a:srgbClr>
                </a:solidFill>
                <a:latin typeface="Yu Gothic"/>
                <a:cs typeface="Yu Gothic"/>
                <a:sym typeface="Yu Gothic"/>
              </a:rPr>
              <a:t>選択したデータ ： </a:t>
            </a:r>
            <a:r>
              <a:rPr lang="en-US" altLang="ja-JP" sz="1300" b="1" dirty="0" err="1">
                <a:solidFill>
                  <a:srgbClr val="12608A">
                    <a:alpha val="100000"/>
                  </a:srgbClr>
                </a:solidFill>
                <a:latin typeface="Yu Gothic"/>
                <a:cs typeface="Yu Gothic"/>
                <a:sym typeface="Yu Gothic"/>
              </a:rPr>
              <a:t>spdep</a:t>
            </a:r>
            <a:r>
              <a:rPr lang="en-US" altLang="ja-JP" sz="1300" b="1" dirty="0">
                <a:solidFill>
                  <a:srgbClr val="12608A">
                    <a:alpha val="100000"/>
                  </a:srgbClr>
                </a:solidFill>
                <a:latin typeface="Yu Gothic"/>
                <a:cs typeface="Yu Gothic"/>
                <a:sym typeface="Yu Gothic"/>
              </a:rPr>
              <a:t>::</a:t>
            </a:r>
            <a:r>
              <a:rPr lang="en-US" altLang="ja-JP" sz="1300" b="1" dirty="0" err="1">
                <a:solidFill>
                  <a:srgbClr val="12608A">
                    <a:alpha val="100000"/>
                  </a:srgbClr>
                </a:solidFill>
                <a:latin typeface="Yu Gothic"/>
                <a:cs typeface="Yu Gothic"/>
                <a:sym typeface="Yu Gothic"/>
              </a:rPr>
              <a:t>boston</a:t>
            </a:r>
            <a:r>
              <a:rPr lang="en-US" altLang="ja-JP" sz="1300" b="1" dirty="0">
                <a:solidFill>
                  <a:srgbClr val="12608A">
                    <a:alpha val="100000"/>
                  </a:srgbClr>
                </a:solidFill>
                <a:latin typeface="Yu Gothic"/>
                <a:cs typeface="Yu Gothic"/>
                <a:sym typeface="Yu Gothic"/>
              </a:rPr>
              <a:t> </a:t>
            </a:r>
            <a:r>
              <a:rPr lang="ja-JP" altLang="en-US" sz="1300" b="1" dirty="0">
                <a:solidFill>
                  <a:srgbClr val="12608A">
                    <a:alpha val="100000"/>
                  </a:srgbClr>
                </a:solidFill>
                <a:latin typeface="Yu Gothic"/>
                <a:cs typeface="Yu Gothic"/>
                <a:sym typeface="Yu Gothic"/>
              </a:rPr>
              <a:t>　／　目的変数 ： </a:t>
            </a:r>
            <a:r>
              <a:rPr lang="en-US" altLang="ja-JP" sz="1300" b="1" dirty="0">
                <a:solidFill>
                  <a:srgbClr val="12608A">
                    <a:alpha val="100000"/>
                  </a:srgbClr>
                </a:solidFill>
                <a:latin typeface="Yu Gothic"/>
                <a:cs typeface="Yu Gothic"/>
                <a:sym typeface="Yu Gothic"/>
              </a:rPr>
              <a:t>log(CMEDV) </a:t>
            </a:r>
            <a:endParaRPr lang="ja-JP" altLang="en-US" sz="1300" b="1" dirty="0">
              <a:solidFill>
                <a:srgbClr val="12608A">
                  <a:alpha val="100000"/>
                </a:srgbClr>
              </a:solidFill>
              <a:latin typeface="Yu Gothic"/>
              <a:cs typeface="Yu Gothic"/>
              <a:sym typeface="Yu Gothic"/>
            </a:endParaRPr>
          </a:p>
        </p:txBody>
      </p:sp>
    </p:spTree>
    <p:extLst>
      <p:ext uri="{BB962C8B-B14F-4D97-AF65-F5344CB8AC3E}">
        <p14:creationId xmlns:p14="http://schemas.microsoft.com/office/powerpoint/2010/main" val="3278189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FA94F-7C61-F269-AEB7-DD20B2C3FA17}"/>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5EC3490-96A3-8522-8DAA-1F1F883C0827}"/>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EC0ED923-550E-4B39-D26F-E47D1750B498}"/>
              </a:ext>
            </a:extLst>
          </p:cNvPr>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lang="ja-JP" altLang="en-US" sz="2700" b="1" dirty="0">
                <a:solidFill>
                  <a:srgbClr val="102A43">
                    <a:alpha val="100000"/>
                  </a:srgbClr>
                </a:solidFill>
                <a:latin typeface="Yu Gothic"/>
                <a:cs typeface="Yu Gothic"/>
                <a:sym typeface="Yu Gothic"/>
              </a:rPr>
              <a:t>１　基本統計量</a:t>
            </a:r>
            <a:endParaRPr sz="2700" b="1" i="0" u="none" strike="noStrike" cap="none" dirty="0">
              <a:solidFill>
                <a:srgbClr val="102A43">
                  <a:alpha val="100000"/>
                </a:srgbClr>
              </a:solidFill>
              <a:latin typeface="Yu Gothic"/>
              <a:cs typeface="Yu Gothic"/>
              <a:sym typeface="Yu Gothic"/>
            </a:endParaRPr>
          </a:p>
        </p:txBody>
      </p:sp>
      <p:pic>
        <p:nvPicPr>
          <p:cNvPr id="32" name="図 31">
            <a:extLst>
              <a:ext uri="{FF2B5EF4-FFF2-40B4-BE49-F238E27FC236}">
                <a16:creationId xmlns:a16="http://schemas.microsoft.com/office/drawing/2014/main" id="{EAF655CD-91E6-C6B7-3C29-564E166854B1}"/>
              </a:ext>
            </a:extLst>
          </p:cNvPr>
          <p:cNvPicPr>
            <a:picLocks noChangeAspect="1"/>
          </p:cNvPicPr>
          <p:nvPr/>
        </p:nvPicPr>
        <p:blipFill>
          <a:blip r:embed="rId2"/>
          <a:stretch>
            <a:fillRect/>
          </a:stretch>
        </p:blipFill>
        <p:spPr>
          <a:xfrm>
            <a:off x="4223792" y="169854"/>
            <a:ext cx="6805765" cy="6518292"/>
          </a:xfrm>
          <a:prstGeom prst="rect">
            <a:avLst/>
          </a:prstGeom>
        </p:spPr>
      </p:pic>
      <p:pic>
        <p:nvPicPr>
          <p:cNvPr id="33" name="コンテンツ プレースホルダー 3">
            <a:extLst>
              <a:ext uri="{FF2B5EF4-FFF2-40B4-BE49-F238E27FC236}">
                <a16:creationId xmlns:a16="http://schemas.microsoft.com/office/drawing/2014/main" id="{1EA4013A-0C6D-CD25-DFDF-1C131C83682E}"/>
              </a:ext>
            </a:extLst>
          </p:cNvPr>
          <p:cNvPicPr>
            <a:picLocks/>
          </p:cNvPicPr>
          <p:nvPr/>
        </p:nvPicPr>
        <p:blipFill>
          <a:blip r:embed="rId3"/>
          <a:stretch>
            <a:fillRect/>
          </a:stretch>
        </p:blipFill>
        <p:spPr>
          <a:xfrm>
            <a:off x="560832" y="1225296"/>
            <a:ext cx="3520440" cy="1512168"/>
          </a:xfrm>
          <a:prstGeom prst="rect">
            <a:avLst/>
          </a:prstGeom>
        </p:spPr>
      </p:pic>
      <p:sp>
        <p:nvSpPr>
          <p:cNvPr id="34" name="コンテンツ プレースホルダー 6">
            <a:extLst>
              <a:ext uri="{FF2B5EF4-FFF2-40B4-BE49-F238E27FC236}">
                <a16:creationId xmlns:a16="http://schemas.microsoft.com/office/drawing/2014/main" id="{EB1FB4E1-63CC-F047-96D4-D77EB555D003}"/>
              </a:ext>
            </a:extLst>
          </p:cNvPr>
          <p:cNvSpPr txBox="1">
            <a:spLocks/>
          </p:cNvSpPr>
          <p:nvPr/>
        </p:nvSpPr>
        <p:spPr>
          <a:xfrm>
            <a:off x="780288" y="1441320"/>
            <a:ext cx="3081528" cy="1005840"/>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en-US" altLang="ja-JP" sz="1150">
                <a:latin typeface="Yu Gothic"/>
                <a:cs typeface="Yu Gothic"/>
                <a:sym typeface="Yu Gothic"/>
              </a:rPr>
              <a:t>spdep::boston</a:t>
            </a:r>
            <a:r>
              <a:rPr lang="ja-JP" altLang="en-US" sz="1150">
                <a:latin typeface="Yu Gothic"/>
                <a:cs typeface="Yu Gothic"/>
                <a:sym typeface="Yu Gothic"/>
              </a:rPr>
              <a:t> を読み込み、</a:t>
            </a:r>
            <a:r>
              <a:rPr lang="en-US" altLang="ja-JP" sz="1150">
                <a:latin typeface="Yu Gothic"/>
                <a:cs typeface="Yu Gothic"/>
                <a:sym typeface="Yu Gothic"/>
              </a:rPr>
              <a:t>20 </a:t>
            </a:r>
            <a:r>
              <a:rPr lang="ja-JP" altLang="en-US" sz="1150">
                <a:latin typeface="Yu Gothic"/>
                <a:cs typeface="Yu Gothic"/>
                <a:sym typeface="Yu Gothic"/>
              </a:rPr>
              <a:t>変数の要約統計量・度数分布・相関行列を出力</a:t>
            </a:r>
            <a:r>
              <a:rPr lang="ja-JP" altLang="en-US" sz="1150">
                <a:solidFill>
                  <a:srgbClr val="5A7184">
                    <a:alpha val="100000"/>
                  </a:srgbClr>
                </a:solidFill>
                <a:latin typeface="Yu Gothic"/>
                <a:cs typeface="Yu Gothic"/>
                <a:sym typeface="Yu Gothic"/>
              </a:rPr>
              <a:t>。</a:t>
            </a:r>
          </a:p>
          <a:p>
            <a:pPr marL="0" indent="0">
              <a:lnSpc>
                <a:spcPct val="135000"/>
              </a:lnSpc>
              <a:spcBef>
                <a:spcPts val="0"/>
              </a:spcBef>
              <a:buFont typeface="Arial" panose="020B0604020202020204" pitchFamily="34" charset="0"/>
              <a:buNone/>
            </a:pPr>
            <a:r>
              <a:rPr lang="en-US" altLang="ja-JP" sz="1150">
                <a:solidFill>
                  <a:srgbClr val="FF0000"/>
                </a:solidFill>
                <a:latin typeface="Yu Gothic"/>
                <a:cs typeface="Yu Gothic"/>
                <a:sym typeface="Yu Gothic"/>
              </a:rPr>
              <a:t>Rstudio</a:t>
            </a:r>
            <a:r>
              <a:rPr lang="ja-JP" altLang="en-US" sz="1150">
                <a:solidFill>
                  <a:srgbClr val="FF0000"/>
                </a:solidFill>
                <a:latin typeface="游ゴシック" panose="020B0400000000000000" pitchFamily="50" charset="-128"/>
                <a:ea typeface="游ゴシック" panose="020B0400000000000000" pitchFamily="50" charset="-128"/>
                <a:cs typeface="Yu Gothic"/>
                <a:sym typeface="Yu Gothic"/>
              </a:rPr>
              <a:t>での出力と比較し、データを正しく読み込めていることを確認。</a:t>
            </a:r>
            <a:endPar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endParaRPr>
          </a:p>
        </p:txBody>
      </p:sp>
      <p:sp>
        <p:nvSpPr>
          <p:cNvPr id="4" name="コンテンツ プレースホルダー 27">
            <a:extLst>
              <a:ext uri="{FF2B5EF4-FFF2-40B4-BE49-F238E27FC236}">
                <a16:creationId xmlns:a16="http://schemas.microsoft.com/office/drawing/2014/main" id="{8E0219B7-8FD3-2DB4-50EF-D899A0B9209E}"/>
              </a:ext>
            </a:extLst>
          </p:cNvPr>
          <p:cNvSpPr txBox="1">
            <a:spLocks/>
          </p:cNvSpPr>
          <p:nvPr/>
        </p:nvSpPr>
        <p:spPr>
          <a:xfrm>
            <a:off x="566928" y="6355080"/>
            <a:ext cx="3656864" cy="274320"/>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altLang="ja-JP" sz="1000" dirty="0">
                <a:solidFill>
                  <a:srgbClr val="5A7184">
                    <a:alpha val="100000"/>
                  </a:srgbClr>
                </a:solidFill>
                <a:latin typeface="Yu Gothic"/>
                <a:cs typeface="Yu Gothic"/>
                <a:sym typeface="Yu Gothic"/>
              </a:rPr>
              <a:t>※Claude</a:t>
            </a:r>
            <a:r>
              <a:rPr lang="ja-JP" altLang="en-US" sz="1000" dirty="0">
                <a:solidFill>
                  <a:srgbClr val="5A7184">
                    <a:alpha val="100000"/>
                  </a:srgbClr>
                </a:solidFill>
                <a:latin typeface="Yu Gothic"/>
                <a:cs typeface="Yu Gothic"/>
                <a:sym typeface="Yu Gothic"/>
              </a:rPr>
              <a:t>の出力は一部抜粋。</a:t>
            </a:r>
          </a:p>
        </p:txBody>
      </p:sp>
    </p:spTree>
    <p:extLst>
      <p:ext uri="{BB962C8B-B14F-4D97-AF65-F5344CB8AC3E}">
        <p14:creationId xmlns:p14="http://schemas.microsoft.com/office/powerpoint/2010/main" val="3480198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2735C-119D-BAEC-C36F-CCCC9F73576D}"/>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356C41E-0B0E-3995-93D6-1BDBBA983F68}"/>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5097164C-DC22-006B-10A6-457D529D36E0}"/>
              </a:ext>
            </a:extLst>
          </p:cNvPr>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lang="ja-JP" altLang="en-US" sz="2700" b="1" dirty="0">
                <a:solidFill>
                  <a:srgbClr val="102A43">
                    <a:alpha val="100000"/>
                  </a:srgbClr>
                </a:solidFill>
                <a:latin typeface="Yu Gothic"/>
                <a:cs typeface="Yu Gothic"/>
                <a:sym typeface="Yu Gothic"/>
              </a:rPr>
              <a:t>２　モデル探索</a:t>
            </a:r>
            <a:endParaRPr sz="2700" b="1" i="0" u="none" strike="noStrike" cap="none" dirty="0">
              <a:solidFill>
                <a:srgbClr val="102A43">
                  <a:alpha val="100000"/>
                </a:srgbClr>
              </a:solidFill>
              <a:latin typeface="Yu Gothic"/>
              <a:cs typeface="Yu Gothic"/>
              <a:sym typeface="Yu Gothic"/>
            </a:endParaRPr>
          </a:p>
        </p:txBody>
      </p:sp>
      <p:pic>
        <p:nvPicPr>
          <p:cNvPr id="4" name="コンテンツ プレースホルダー 7">
            <a:extLst>
              <a:ext uri="{FF2B5EF4-FFF2-40B4-BE49-F238E27FC236}">
                <a16:creationId xmlns:a16="http://schemas.microsoft.com/office/drawing/2014/main" id="{DFF6DBC4-02C4-D978-C9AF-36C74E2A47CB}"/>
              </a:ext>
            </a:extLst>
          </p:cNvPr>
          <p:cNvPicPr>
            <a:picLocks/>
          </p:cNvPicPr>
          <p:nvPr/>
        </p:nvPicPr>
        <p:blipFill>
          <a:blip r:embed="rId2"/>
          <a:stretch>
            <a:fillRect/>
          </a:stretch>
        </p:blipFill>
        <p:spPr>
          <a:xfrm>
            <a:off x="576112" y="1124744"/>
            <a:ext cx="3520440" cy="1374582"/>
          </a:xfrm>
          <a:prstGeom prst="rect">
            <a:avLst/>
          </a:prstGeom>
        </p:spPr>
      </p:pic>
      <p:sp>
        <p:nvSpPr>
          <p:cNvPr id="5" name="コンテンツ プレースホルダー 10">
            <a:extLst>
              <a:ext uri="{FF2B5EF4-FFF2-40B4-BE49-F238E27FC236}">
                <a16:creationId xmlns:a16="http://schemas.microsoft.com/office/drawing/2014/main" id="{7EB8897F-68D9-47F7-45BB-E898EAE7F3A9}"/>
              </a:ext>
            </a:extLst>
          </p:cNvPr>
          <p:cNvSpPr txBox="1">
            <a:spLocks/>
          </p:cNvSpPr>
          <p:nvPr/>
        </p:nvSpPr>
        <p:spPr>
          <a:xfrm>
            <a:off x="795568" y="1264076"/>
            <a:ext cx="3081528" cy="1129001"/>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en-US" altLang="ja-JP" sz="1150">
                <a:latin typeface="Yu Gothic"/>
                <a:cs typeface="Yu Gothic"/>
                <a:sym typeface="Yu Gothic"/>
              </a:rPr>
              <a:t>lm</a:t>
            </a:r>
            <a:r>
              <a:rPr lang="ja-JP" altLang="en-US" sz="1150">
                <a:latin typeface="游ゴシック" panose="020B0400000000000000" pitchFamily="50" charset="-128"/>
                <a:ea typeface="游ゴシック" panose="020B0400000000000000" pitchFamily="50" charset="-128"/>
                <a:cs typeface="Yu Gothic"/>
                <a:sym typeface="Yu Gothic"/>
              </a:rPr>
              <a:t>関数による推定を指定。</a:t>
            </a:r>
          </a:p>
          <a:p>
            <a:pPr marL="0" indent="0">
              <a:lnSpc>
                <a:spcPct val="135000"/>
              </a:lnSpc>
              <a:spcBef>
                <a:spcPts val="0"/>
              </a:spcBef>
              <a:buFont typeface="Arial" panose="020B0604020202020204" pitchFamily="34" charset="0"/>
              <a:buNone/>
            </a:pPr>
            <a:r>
              <a:rPr lang="ja-JP" altLang="en-US" sz="1150">
                <a:latin typeface="游ゴシック" panose="020B0400000000000000" pitchFamily="50" charset="-128"/>
                <a:ea typeface="游ゴシック" panose="020B0400000000000000" pitchFamily="50" charset="-128"/>
                <a:cs typeface="Yu Gothic"/>
                <a:sym typeface="Yu Gothic"/>
              </a:rPr>
              <a:t>最も当てはまりの良いモデルを見つけるよう指示。</a:t>
            </a:r>
            <a:r>
              <a:rPr lang="ja-JP" altLang="en-US" sz="1150">
                <a:solidFill>
                  <a:srgbClr val="FF0000"/>
                </a:solidFill>
                <a:latin typeface="游ゴシック" panose="020B0400000000000000" pitchFamily="50" charset="-128"/>
                <a:ea typeface="游ゴシック" panose="020B0400000000000000" pitchFamily="50" charset="-128"/>
                <a:cs typeface="Yu Gothic"/>
                <a:sym typeface="Yu Gothic"/>
              </a:rPr>
              <a:t>結果、多数の複合変数を用いた</a:t>
            </a:r>
            <a:r>
              <a:rPr lang="en-US" altLang="ja-JP" sz="1150">
                <a:solidFill>
                  <a:srgbClr val="FF0000"/>
                </a:solidFill>
                <a:latin typeface="Yu Gothic"/>
                <a:cs typeface="Yu Gothic"/>
                <a:sym typeface="Yu Gothic"/>
              </a:rPr>
              <a:t>19</a:t>
            </a:r>
            <a:r>
              <a:rPr lang="ja-JP" altLang="en-US" sz="1150">
                <a:solidFill>
                  <a:srgbClr val="FF0000"/>
                </a:solidFill>
                <a:latin typeface="游ゴシック" panose="020B0400000000000000" pitchFamily="50" charset="-128"/>
                <a:ea typeface="游ゴシック" panose="020B0400000000000000" pitchFamily="50" charset="-128"/>
                <a:cs typeface="Yu Gothic"/>
                <a:sym typeface="Yu Gothic"/>
              </a:rPr>
              <a:t>の説明変数を持つ複雑なモデルに到達。</a:t>
            </a:r>
            <a:endPar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endParaRPr>
          </a:p>
        </p:txBody>
      </p:sp>
      <p:grpSp>
        <p:nvGrpSpPr>
          <p:cNvPr id="10" name="グループ化 9">
            <a:extLst>
              <a:ext uri="{FF2B5EF4-FFF2-40B4-BE49-F238E27FC236}">
                <a16:creationId xmlns:a16="http://schemas.microsoft.com/office/drawing/2014/main" id="{2BB7F0FE-A891-2032-6955-DF3B1C66E17C}"/>
              </a:ext>
            </a:extLst>
          </p:cNvPr>
          <p:cNvGrpSpPr/>
          <p:nvPr/>
        </p:nvGrpSpPr>
        <p:grpSpPr>
          <a:xfrm>
            <a:off x="4694064" y="138848"/>
            <a:ext cx="6370488" cy="6602520"/>
            <a:chOff x="4841824" y="438912"/>
            <a:chExt cx="6150720" cy="6408256"/>
          </a:xfrm>
        </p:grpSpPr>
        <p:pic>
          <p:nvPicPr>
            <p:cNvPr id="7" name="図 6">
              <a:extLst>
                <a:ext uri="{FF2B5EF4-FFF2-40B4-BE49-F238E27FC236}">
                  <a16:creationId xmlns:a16="http://schemas.microsoft.com/office/drawing/2014/main" id="{DAD47F58-227D-1F47-9466-242532103DC8}"/>
                </a:ext>
              </a:extLst>
            </p:cNvPr>
            <p:cNvPicPr>
              <a:picLocks noChangeAspect="1"/>
            </p:cNvPicPr>
            <p:nvPr/>
          </p:nvPicPr>
          <p:blipFill>
            <a:blip r:embed="rId3"/>
            <a:stretch>
              <a:fillRect/>
            </a:stretch>
          </p:blipFill>
          <p:spPr>
            <a:xfrm>
              <a:off x="4841824" y="438912"/>
              <a:ext cx="6150720" cy="729846"/>
            </a:xfrm>
            <a:prstGeom prst="rect">
              <a:avLst/>
            </a:prstGeom>
          </p:spPr>
        </p:pic>
        <p:pic>
          <p:nvPicPr>
            <p:cNvPr id="9" name="図 8">
              <a:extLst>
                <a:ext uri="{FF2B5EF4-FFF2-40B4-BE49-F238E27FC236}">
                  <a16:creationId xmlns:a16="http://schemas.microsoft.com/office/drawing/2014/main" id="{F4E2F9F7-36AB-FC59-7929-532615C82366}"/>
                </a:ext>
              </a:extLst>
            </p:cNvPr>
            <p:cNvPicPr>
              <a:picLocks noChangeAspect="1"/>
            </p:cNvPicPr>
            <p:nvPr/>
          </p:nvPicPr>
          <p:blipFill>
            <a:blip r:embed="rId4"/>
            <a:stretch>
              <a:fillRect/>
            </a:stretch>
          </p:blipFill>
          <p:spPr>
            <a:xfrm>
              <a:off x="4841824" y="1140632"/>
              <a:ext cx="6150720" cy="5706536"/>
            </a:xfrm>
            <a:prstGeom prst="rect">
              <a:avLst/>
            </a:prstGeom>
          </p:spPr>
        </p:pic>
      </p:grpSp>
      <p:sp>
        <p:nvSpPr>
          <p:cNvPr id="8" name="コンテンツ プレースホルダー 27">
            <a:extLst>
              <a:ext uri="{FF2B5EF4-FFF2-40B4-BE49-F238E27FC236}">
                <a16:creationId xmlns:a16="http://schemas.microsoft.com/office/drawing/2014/main" id="{220FC016-358C-EF0A-85D2-7E5E83483445}"/>
              </a:ext>
            </a:extLst>
          </p:cNvPr>
          <p:cNvSpPr txBox="1">
            <a:spLocks/>
          </p:cNvSpPr>
          <p:nvPr/>
        </p:nvSpPr>
        <p:spPr>
          <a:xfrm>
            <a:off x="566928" y="6355080"/>
            <a:ext cx="3656864" cy="274320"/>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altLang="ja-JP" sz="1000" dirty="0">
                <a:solidFill>
                  <a:srgbClr val="5A7184">
                    <a:alpha val="100000"/>
                  </a:srgbClr>
                </a:solidFill>
                <a:latin typeface="Yu Gothic"/>
                <a:cs typeface="Yu Gothic"/>
                <a:sym typeface="Yu Gothic"/>
              </a:rPr>
              <a:t>※Claude</a:t>
            </a:r>
            <a:r>
              <a:rPr lang="ja-JP" altLang="en-US" sz="1000" dirty="0">
                <a:solidFill>
                  <a:srgbClr val="5A7184">
                    <a:alpha val="100000"/>
                  </a:srgbClr>
                </a:solidFill>
                <a:latin typeface="Yu Gothic"/>
                <a:cs typeface="Yu Gothic"/>
                <a:sym typeface="Yu Gothic"/>
              </a:rPr>
              <a:t>の出力は一部抜粋。</a:t>
            </a:r>
          </a:p>
        </p:txBody>
      </p:sp>
    </p:spTree>
    <p:extLst>
      <p:ext uri="{BB962C8B-B14F-4D97-AF65-F5344CB8AC3E}">
        <p14:creationId xmlns:p14="http://schemas.microsoft.com/office/powerpoint/2010/main" val="309984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A785C-BFC9-6F54-7EC8-721874D54DFD}"/>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CB0559F8-476B-207B-3B13-204351FAFDA4}"/>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B7BD7384-AC56-486B-D6F5-97D7E79613B1}"/>
              </a:ext>
            </a:extLst>
          </p:cNvPr>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lang="ja-JP" altLang="en-US" sz="2700" b="1" dirty="0">
                <a:solidFill>
                  <a:srgbClr val="102A43">
                    <a:alpha val="100000"/>
                  </a:srgbClr>
                </a:solidFill>
                <a:latin typeface="Yu Gothic"/>
                <a:cs typeface="Yu Gothic"/>
                <a:sym typeface="Yu Gothic"/>
              </a:rPr>
              <a:t>３　教科書のモデルと比較</a:t>
            </a:r>
            <a:endParaRPr sz="2700" b="1" i="0" u="none" strike="noStrike" cap="none" dirty="0">
              <a:solidFill>
                <a:srgbClr val="102A43">
                  <a:alpha val="100000"/>
                </a:srgbClr>
              </a:solidFill>
              <a:latin typeface="Yu Gothic"/>
              <a:cs typeface="Yu Gothic"/>
              <a:sym typeface="Yu Gothic"/>
            </a:endParaRPr>
          </a:p>
        </p:txBody>
      </p:sp>
      <p:pic>
        <p:nvPicPr>
          <p:cNvPr id="6" name="コンテンツ プレースホルダー 11">
            <a:extLst>
              <a:ext uri="{FF2B5EF4-FFF2-40B4-BE49-F238E27FC236}">
                <a16:creationId xmlns:a16="http://schemas.microsoft.com/office/drawing/2014/main" id="{8ED820C4-CDB6-0D2C-6AF3-CDD246095397}"/>
              </a:ext>
            </a:extLst>
          </p:cNvPr>
          <p:cNvPicPr>
            <a:picLocks/>
          </p:cNvPicPr>
          <p:nvPr/>
        </p:nvPicPr>
        <p:blipFill>
          <a:blip r:embed="rId2"/>
          <a:stretch>
            <a:fillRect/>
          </a:stretch>
        </p:blipFill>
        <p:spPr>
          <a:xfrm>
            <a:off x="596863" y="1143334"/>
            <a:ext cx="3520440" cy="1454420"/>
          </a:xfrm>
          <a:prstGeom prst="rect">
            <a:avLst/>
          </a:prstGeom>
        </p:spPr>
      </p:pic>
      <p:sp>
        <p:nvSpPr>
          <p:cNvPr id="11" name="コンテンツ プレースホルダー 14">
            <a:extLst>
              <a:ext uri="{FF2B5EF4-FFF2-40B4-BE49-F238E27FC236}">
                <a16:creationId xmlns:a16="http://schemas.microsoft.com/office/drawing/2014/main" id="{F2A407FA-0275-258A-C144-0CA9EC3A8F9F}"/>
              </a:ext>
            </a:extLst>
          </p:cNvPr>
          <p:cNvSpPr txBox="1">
            <a:spLocks/>
          </p:cNvSpPr>
          <p:nvPr/>
        </p:nvSpPr>
        <p:spPr>
          <a:xfrm>
            <a:off x="816319" y="1209034"/>
            <a:ext cx="3081528" cy="1388720"/>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en-US" altLang="ja-JP" sz="1150">
                <a:latin typeface="游ゴシック" panose="020B0400000000000000" pitchFamily="50" charset="-128"/>
                <a:ea typeface="游ゴシック" panose="020B0400000000000000" pitchFamily="50" charset="-128"/>
                <a:cs typeface="Yu Gothic"/>
                <a:sym typeface="Yu Gothic"/>
              </a:rPr>
              <a:t>2</a:t>
            </a:r>
            <a:r>
              <a:rPr lang="ja-JP" altLang="en-US" sz="1150">
                <a:latin typeface="游ゴシック" panose="020B0400000000000000" pitchFamily="50" charset="-128"/>
                <a:ea typeface="游ゴシック" panose="020B0400000000000000" pitchFamily="50" charset="-128"/>
                <a:cs typeface="Yu Gothic"/>
                <a:sym typeface="Yu Gothic"/>
              </a:rPr>
              <a:t>で作成したモデルと教科書</a:t>
            </a:r>
            <a:r>
              <a:rPr lang="en-US" altLang="ja-JP" sz="1150">
                <a:latin typeface="游ゴシック" panose="020B0400000000000000" pitchFamily="50" charset="-128"/>
                <a:ea typeface="游ゴシック" panose="020B0400000000000000" pitchFamily="50" charset="-128"/>
                <a:cs typeface="Yu Gothic"/>
                <a:sym typeface="Yu Gothic"/>
              </a:rPr>
              <a:t>10</a:t>
            </a:r>
            <a:r>
              <a:rPr lang="ja-JP" altLang="en-US" sz="1150">
                <a:latin typeface="游ゴシック" panose="020B0400000000000000" pitchFamily="50" charset="-128"/>
                <a:ea typeface="游ゴシック" panose="020B0400000000000000" pitchFamily="50" charset="-128"/>
                <a:cs typeface="Yu Gothic"/>
                <a:sym typeface="Yu Gothic"/>
              </a:rPr>
              <a:t>章で使用している</a:t>
            </a:r>
            <a:r>
              <a:rPr lang="en-US" altLang="ja-JP" sz="1150">
                <a:latin typeface="游ゴシック" panose="020B0400000000000000" pitchFamily="50" charset="-128"/>
                <a:ea typeface="游ゴシック" panose="020B0400000000000000" pitchFamily="50" charset="-128"/>
                <a:cs typeface="Yu Gothic"/>
                <a:sym typeface="Yu Gothic"/>
              </a:rPr>
              <a:t>3 </a:t>
            </a:r>
            <a:r>
              <a:rPr lang="ja-JP" altLang="en-US" sz="1150">
                <a:latin typeface="游ゴシック" panose="020B0400000000000000" pitchFamily="50" charset="-128"/>
                <a:ea typeface="游ゴシック" panose="020B0400000000000000" pitchFamily="50" charset="-128"/>
                <a:cs typeface="Yu Gothic"/>
                <a:sym typeface="Yu Gothic"/>
              </a:rPr>
              <a:t>変数モデルを比較。（入れ子 </a:t>
            </a:r>
            <a:r>
              <a:rPr lang="en-US" altLang="ja-JP" sz="1150">
                <a:latin typeface="游ゴシック" panose="020B0400000000000000" pitchFamily="50" charset="-128"/>
                <a:ea typeface="游ゴシック" panose="020B0400000000000000" pitchFamily="50" charset="-128"/>
                <a:cs typeface="Yu Gothic"/>
                <a:sym typeface="Yu Gothic"/>
              </a:rPr>
              <a:t>F </a:t>
            </a:r>
            <a:r>
              <a:rPr lang="ja-JP" altLang="en-US" sz="1150">
                <a:latin typeface="游ゴシック" panose="020B0400000000000000" pitchFamily="50" charset="-128"/>
                <a:ea typeface="游ゴシック" panose="020B0400000000000000" pitchFamily="50" charset="-128"/>
                <a:cs typeface="Yu Gothic"/>
                <a:sym typeface="Yu Gothic"/>
              </a:rPr>
              <a:t>検定・交差検証・省略変数バイアス）</a:t>
            </a:r>
          </a:p>
          <a:p>
            <a:pPr marL="0" indent="0">
              <a:lnSpc>
                <a:spcPct val="135000"/>
              </a:lnSpc>
              <a:spcBef>
                <a:spcPts val="0"/>
              </a:spcBef>
              <a:buFont typeface="Arial" panose="020B0604020202020204" pitchFamily="34" charset="0"/>
              <a:buNone/>
            </a:pPr>
            <a:r>
              <a:rPr lang="ja-JP" altLang="en-US" sz="1150">
                <a:solidFill>
                  <a:srgbClr val="FF0000"/>
                </a:solidFill>
                <a:latin typeface="游ゴシック" panose="020B0400000000000000" pitchFamily="50" charset="-128"/>
                <a:ea typeface="游ゴシック" panose="020B0400000000000000" pitchFamily="50" charset="-128"/>
                <a:cs typeface="Yu Gothic"/>
                <a:sym typeface="Yu Gothic"/>
              </a:rPr>
              <a:t>解釈が目的なら教科書モデル、予測が目的なら</a:t>
            </a:r>
            <a:r>
              <a:rPr lang="en-US" altLang="ja-JP" sz="1150">
                <a:solidFill>
                  <a:srgbClr val="FF0000"/>
                </a:solidFill>
                <a:latin typeface="游ゴシック" panose="020B0400000000000000" pitchFamily="50" charset="-128"/>
                <a:ea typeface="游ゴシック" panose="020B0400000000000000" pitchFamily="50" charset="-128"/>
                <a:cs typeface="Yu Gothic"/>
                <a:sym typeface="Yu Gothic"/>
              </a:rPr>
              <a:t>2</a:t>
            </a:r>
            <a:r>
              <a:rPr lang="ja-JP" altLang="en-US" sz="1150">
                <a:solidFill>
                  <a:srgbClr val="FF0000"/>
                </a:solidFill>
                <a:latin typeface="游ゴシック" panose="020B0400000000000000" pitchFamily="50" charset="-128"/>
                <a:ea typeface="游ゴシック" panose="020B0400000000000000" pitchFamily="50" charset="-128"/>
                <a:cs typeface="Yu Gothic"/>
                <a:sym typeface="Yu Gothic"/>
              </a:rPr>
              <a:t>のモデルと整理。</a:t>
            </a:r>
            <a:endParaRPr lang="ja-JP" altLang="en-US" sz="1150" dirty="0">
              <a:solidFill>
                <a:srgbClr val="FF0000"/>
              </a:solidFill>
              <a:latin typeface="游ゴシック" panose="020B0400000000000000" pitchFamily="50" charset="-128"/>
              <a:ea typeface="游ゴシック" panose="020B0400000000000000" pitchFamily="50" charset="-128"/>
              <a:cs typeface="Yu Gothic"/>
              <a:sym typeface="Yu Gothic"/>
            </a:endParaRPr>
          </a:p>
        </p:txBody>
      </p:sp>
      <p:pic>
        <p:nvPicPr>
          <p:cNvPr id="13" name="図 12">
            <a:extLst>
              <a:ext uri="{FF2B5EF4-FFF2-40B4-BE49-F238E27FC236}">
                <a16:creationId xmlns:a16="http://schemas.microsoft.com/office/drawing/2014/main" id="{A53C299A-6FDC-82BA-95DA-6D7088271503}"/>
              </a:ext>
            </a:extLst>
          </p:cNvPr>
          <p:cNvPicPr>
            <a:picLocks noChangeAspect="1"/>
          </p:cNvPicPr>
          <p:nvPr/>
        </p:nvPicPr>
        <p:blipFill>
          <a:blip r:embed="rId3"/>
          <a:stretch>
            <a:fillRect/>
          </a:stretch>
        </p:blipFill>
        <p:spPr>
          <a:xfrm>
            <a:off x="5447928" y="79040"/>
            <a:ext cx="6508728" cy="719745"/>
          </a:xfrm>
          <a:prstGeom prst="rect">
            <a:avLst/>
          </a:prstGeom>
        </p:spPr>
      </p:pic>
      <p:pic>
        <p:nvPicPr>
          <p:cNvPr id="15" name="図 14">
            <a:extLst>
              <a:ext uri="{FF2B5EF4-FFF2-40B4-BE49-F238E27FC236}">
                <a16:creationId xmlns:a16="http://schemas.microsoft.com/office/drawing/2014/main" id="{7C9C1190-AD91-6234-FEF5-CAE96F108849}"/>
              </a:ext>
            </a:extLst>
          </p:cNvPr>
          <p:cNvPicPr>
            <a:picLocks noChangeAspect="1"/>
          </p:cNvPicPr>
          <p:nvPr/>
        </p:nvPicPr>
        <p:blipFill>
          <a:blip r:embed="rId4"/>
          <a:stretch>
            <a:fillRect/>
          </a:stretch>
        </p:blipFill>
        <p:spPr>
          <a:xfrm>
            <a:off x="5447928" y="719744"/>
            <a:ext cx="5615859" cy="6059216"/>
          </a:xfrm>
          <a:prstGeom prst="rect">
            <a:avLst/>
          </a:prstGeom>
        </p:spPr>
      </p:pic>
      <p:sp>
        <p:nvSpPr>
          <p:cNvPr id="5" name="コンテンツ プレースホルダー 27">
            <a:extLst>
              <a:ext uri="{FF2B5EF4-FFF2-40B4-BE49-F238E27FC236}">
                <a16:creationId xmlns:a16="http://schemas.microsoft.com/office/drawing/2014/main" id="{6FA5B020-83C6-5173-A029-C2386EEA7D34}"/>
              </a:ext>
            </a:extLst>
          </p:cNvPr>
          <p:cNvSpPr txBox="1">
            <a:spLocks/>
          </p:cNvSpPr>
          <p:nvPr/>
        </p:nvSpPr>
        <p:spPr>
          <a:xfrm>
            <a:off x="566928" y="6355080"/>
            <a:ext cx="3656864" cy="274320"/>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altLang="ja-JP" sz="1000" dirty="0">
                <a:solidFill>
                  <a:srgbClr val="5A7184">
                    <a:alpha val="100000"/>
                  </a:srgbClr>
                </a:solidFill>
                <a:latin typeface="Yu Gothic"/>
                <a:cs typeface="Yu Gothic"/>
                <a:sym typeface="Yu Gothic"/>
              </a:rPr>
              <a:t>※Claude</a:t>
            </a:r>
            <a:r>
              <a:rPr lang="ja-JP" altLang="en-US" sz="1000" dirty="0">
                <a:solidFill>
                  <a:srgbClr val="5A7184">
                    <a:alpha val="100000"/>
                  </a:srgbClr>
                </a:solidFill>
                <a:latin typeface="Yu Gothic"/>
                <a:cs typeface="Yu Gothic"/>
                <a:sym typeface="Yu Gothic"/>
              </a:rPr>
              <a:t>の出力は一部抜粋。</a:t>
            </a:r>
          </a:p>
        </p:txBody>
      </p:sp>
    </p:spTree>
    <p:extLst>
      <p:ext uri="{BB962C8B-B14F-4D97-AF65-F5344CB8AC3E}">
        <p14:creationId xmlns:p14="http://schemas.microsoft.com/office/powerpoint/2010/main" val="2841746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A01FD-0B6F-E069-E1A9-20AE515F1DE7}"/>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A2FAC2F-5A81-9B32-60AB-F144CC0FBF5F}"/>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3FB959F1-F109-87C2-BF09-D3A5E39B48F8}"/>
              </a:ext>
            </a:extLst>
          </p:cNvPr>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lang="ja-JP" altLang="en-US" sz="2700" b="1" dirty="0">
                <a:solidFill>
                  <a:srgbClr val="102A43">
                    <a:alpha val="100000"/>
                  </a:srgbClr>
                </a:solidFill>
                <a:latin typeface="Yu Gothic"/>
                <a:cs typeface="Yu Gothic"/>
                <a:sym typeface="Yu Gothic"/>
              </a:rPr>
              <a:t>４　解釈可能性の制約</a:t>
            </a:r>
          </a:p>
        </p:txBody>
      </p:sp>
      <p:pic>
        <p:nvPicPr>
          <p:cNvPr id="4" name="コンテンツ プレースホルダー 15">
            <a:extLst>
              <a:ext uri="{FF2B5EF4-FFF2-40B4-BE49-F238E27FC236}">
                <a16:creationId xmlns:a16="http://schemas.microsoft.com/office/drawing/2014/main" id="{88DB8AB1-B552-8C98-DE23-9B2DCA0F130A}"/>
              </a:ext>
            </a:extLst>
          </p:cNvPr>
          <p:cNvPicPr>
            <a:picLocks/>
          </p:cNvPicPr>
          <p:nvPr/>
        </p:nvPicPr>
        <p:blipFill>
          <a:blip r:embed="rId2"/>
          <a:stretch>
            <a:fillRect/>
          </a:stretch>
        </p:blipFill>
        <p:spPr>
          <a:xfrm>
            <a:off x="623392" y="1220136"/>
            <a:ext cx="3520440" cy="1368152"/>
          </a:xfrm>
          <a:prstGeom prst="rect">
            <a:avLst/>
          </a:prstGeom>
        </p:spPr>
      </p:pic>
      <p:sp>
        <p:nvSpPr>
          <p:cNvPr id="8" name="コンテンツ プレースホルダー 18">
            <a:extLst>
              <a:ext uri="{FF2B5EF4-FFF2-40B4-BE49-F238E27FC236}">
                <a16:creationId xmlns:a16="http://schemas.microsoft.com/office/drawing/2014/main" id="{DBA47E2D-417D-87F5-088A-4ECB1D45825B}"/>
              </a:ext>
            </a:extLst>
          </p:cNvPr>
          <p:cNvSpPr txBox="1">
            <a:spLocks/>
          </p:cNvSpPr>
          <p:nvPr/>
        </p:nvSpPr>
        <p:spPr>
          <a:xfrm>
            <a:off x="842848" y="1352752"/>
            <a:ext cx="3081528" cy="1005840"/>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150">
                <a:solidFill>
                  <a:srgbClr val="FF0000"/>
                </a:solidFill>
                <a:latin typeface="游ゴシック" panose="020B0400000000000000" pitchFamily="50" charset="-128"/>
                <a:ea typeface="游ゴシック" panose="020B0400000000000000" pitchFamily="50" charset="-128"/>
                <a:cs typeface="Yu Gothic"/>
                <a:sym typeface="Yu Gothic"/>
              </a:rPr>
              <a:t>人間が解釈しやすいモデルにするため、</a:t>
            </a:r>
            <a:r>
              <a:rPr lang="ja-JP" altLang="en-US" sz="1150">
                <a:latin typeface="游ゴシック" panose="020B0400000000000000" pitchFamily="50" charset="-128"/>
                <a:ea typeface="游ゴシック" panose="020B0400000000000000" pitchFamily="50" charset="-128"/>
                <a:cs typeface="Yu Gothic"/>
                <a:sym typeface="Yu Gothic"/>
              </a:rPr>
              <a:t>説明変数の設定に</a:t>
            </a:r>
            <a:r>
              <a:rPr lang="en-US" altLang="ja-JP" sz="1150">
                <a:latin typeface="Yu Gothic"/>
                <a:cs typeface="Yu Gothic"/>
                <a:sym typeface="Yu Gothic"/>
              </a:rPr>
              <a:t>8</a:t>
            </a:r>
            <a:r>
              <a:rPr lang="ja-JP" altLang="en-US" sz="1150">
                <a:latin typeface="Yu Gothic"/>
                <a:cs typeface="Yu Gothic"/>
                <a:sym typeface="Yu Gothic"/>
              </a:rPr>
              <a:t>つの制約を課し、</a:t>
            </a:r>
            <a:r>
              <a:rPr lang="en-US" altLang="ja-JP" sz="1150">
                <a:latin typeface="Yu Gothic"/>
                <a:cs typeface="Yu Gothic"/>
                <a:sym typeface="Yu Gothic"/>
              </a:rPr>
              <a:t>2^15 </a:t>
            </a:r>
            <a:r>
              <a:rPr lang="ja-JP" altLang="en-US" sz="1150">
                <a:latin typeface="Yu Gothic"/>
                <a:cs typeface="Yu Gothic"/>
                <a:sym typeface="Yu Gothic"/>
              </a:rPr>
              <a:t>通りの総当たり探索から</a:t>
            </a:r>
            <a:r>
              <a:rPr lang="ja-JP" altLang="en-US" sz="1150">
                <a:latin typeface="游ゴシック" panose="020B0400000000000000" pitchFamily="50" charset="-128"/>
                <a:ea typeface="游ゴシック" panose="020B0400000000000000" pitchFamily="50" charset="-128"/>
                <a:cs typeface="Yu Gothic"/>
                <a:sym typeface="Yu Gothic"/>
              </a:rPr>
              <a:t>本分析で使用するモデル</a:t>
            </a:r>
            <a:r>
              <a:rPr lang="ja-JP" altLang="en-US" sz="1150">
                <a:latin typeface="Yu Gothic"/>
                <a:cs typeface="Yu Gothic"/>
                <a:sym typeface="Yu Gothic"/>
              </a:rPr>
              <a:t>を選定</a:t>
            </a:r>
            <a:r>
              <a:rPr lang="ja-JP" altLang="en-US" sz="1150">
                <a:latin typeface="游ゴシック" panose="020B0400000000000000" pitchFamily="50" charset="-128"/>
                <a:ea typeface="游ゴシック" panose="020B0400000000000000" pitchFamily="50" charset="-128"/>
                <a:cs typeface="Yu Gothic"/>
                <a:sym typeface="Yu Gothic"/>
              </a:rPr>
              <a:t>（</a:t>
            </a:r>
            <a:r>
              <a:rPr lang="en-US" altLang="ja-JP" sz="1150">
                <a:latin typeface="游ゴシック" panose="020B0400000000000000" pitchFamily="50" charset="-128"/>
                <a:ea typeface="游ゴシック" panose="020B0400000000000000" pitchFamily="50" charset="-128"/>
                <a:cs typeface="Yu Gothic"/>
                <a:sym typeface="Yu Gothic"/>
              </a:rPr>
              <a:t>C6</a:t>
            </a:r>
            <a:r>
              <a:rPr lang="ja-JP" altLang="en-US" sz="1150">
                <a:latin typeface="游ゴシック" panose="020B0400000000000000" pitchFamily="50" charset="-128"/>
                <a:ea typeface="游ゴシック" panose="020B0400000000000000" pitchFamily="50" charset="-128"/>
                <a:cs typeface="Yu Gothic"/>
                <a:sym typeface="Yu Gothic"/>
              </a:rPr>
              <a:t>モデル）</a:t>
            </a:r>
            <a:r>
              <a:rPr lang="ja-JP" altLang="en-US" sz="1150">
                <a:latin typeface="Yu Gothic"/>
                <a:cs typeface="Yu Gothic"/>
                <a:sym typeface="Yu Gothic"/>
              </a:rPr>
              <a:t>。</a:t>
            </a:r>
            <a:endParaRPr lang="ja-JP" altLang="en-US" sz="1150" dirty="0">
              <a:latin typeface="Yu Gothic"/>
              <a:cs typeface="Yu Gothic"/>
              <a:sym typeface="Yu Gothic"/>
            </a:endParaRPr>
          </a:p>
        </p:txBody>
      </p:sp>
      <p:pic>
        <p:nvPicPr>
          <p:cNvPr id="10" name="図 9">
            <a:extLst>
              <a:ext uri="{FF2B5EF4-FFF2-40B4-BE49-F238E27FC236}">
                <a16:creationId xmlns:a16="http://schemas.microsoft.com/office/drawing/2014/main" id="{3BB75272-508C-2278-87A9-A78DCD544B1E}"/>
              </a:ext>
            </a:extLst>
          </p:cNvPr>
          <p:cNvPicPr>
            <a:picLocks noChangeAspect="1"/>
          </p:cNvPicPr>
          <p:nvPr/>
        </p:nvPicPr>
        <p:blipFill>
          <a:blip r:embed="rId3"/>
          <a:stretch>
            <a:fillRect/>
          </a:stretch>
        </p:blipFill>
        <p:spPr>
          <a:xfrm>
            <a:off x="5159896" y="165696"/>
            <a:ext cx="6660859" cy="730416"/>
          </a:xfrm>
          <a:prstGeom prst="rect">
            <a:avLst/>
          </a:prstGeom>
        </p:spPr>
      </p:pic>
      <p:pic>
        <p:nvPicPr>
          <p:cNvPr id="14" name="図 13">
            <a:extLst>
              <a:ext uri="{FF2B5EF4-FFF2-40B4-BE49-F238E27FC236}">
                <a16:creationId xmlns:a16="http://schemas.microsoft.com/office/drawing/2014/main" id="{62D670E0-624D-5CBB-C74F-2DD5A52FA9B8}"/>
              </a:ext>
            </a:extLst>
          </p:cNvPr>
          <p:cNvPicPr>
            <a:picLocks noChangeAspect="1"/>
          </p:cNvPicPr>
          <p:nvPr/>
        </p:nvPicPr>
        <p:blipFill>
          <a:blip r:embed="rId4"/>
          <a:stretch>
            <a:fillRect/>
          </a:stretch>
        </p:blipFill>
        <p:spPr>
          <a:xfrm>
            <a:off x="5159896" y="726415"/>
            <a:ext cx="5881657" cy="6035040"/>
          </a:xfrm>
          <a:prstGeom prst="rect">
            <a:avLst/>
          </a:prstGeom>
        </p:spPr>
      </p:pic>
      <p:sp>
        <p:nvSpPr>
          <p:cNvPr id="6" name="コンテンツ プレースホルダー 27">
            <a:extLst>
              <a:ext uri="{FF2B5EF4-FFF2-40B4-BE49-F238E27FC236}">
                <a16:creationId xmlns:a16="http://schemas.microsoft.com/office/drawing/2014/main" id="{11F3C74F-D70D-8E9C-2953-72119290392E}"/>
              </a:ext>
            </a:extLst>
          </p:cNvPr>
          <p:cNvSpPr txBox="1">
            <a:spLocks/>
          </p:cNvSpPr>
          <p:nvPr/>
        </p:nvSpPr>
        <p:spPr>
          <a:xfrm>
            <a:off x="566928" y="6355080"/>
            <a:ext cx="3656864" cy="274320"/>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altLang="ja-JP" sz="1000" dirty="0">
                <a:solidFill>
                  <a:srgbClr val="5A7184">
                    <a:alpha val="100000"/>
                  </a:srgbClr>
                </a:solidFill>
                <a:latin typeface="Yu Gothic"/>
                <a:cs typeface="Yu Gothic"/>
                <a:sym typeface="Yu Gothic"/>
              </a:rPr>
              <a:t>※Claude</a:t>
            </a:r>
            <a:r>
              <a:rPr lang="ja-JP" altLang="en-US" sz="1000" dirty="0">
                <a:solidFill>
                  <a:srgbClr val="5A7184">
                    <a:alpha val="100000"/>
                  </a:srgbClr>
                </a:solidFill>
                <a:latin typeface="Yu Gothic"/>
                <a:cs typeface="Yu Gothic"/>
                <a:sym typeface="Yu Gothic"/>
              </a:rPr>
              <a:t>の出力は一部抜粋。</a:t>
            </a:r>
          </a:p>
        </p:txBody>
      </p:sp>
    </p:spTree>
    <p:extLst>
      <p:ext uri="{BB962C8B-B14F-4D97-AF65-F5344CB8AC3E}">
        <p14:creationId xmlns:p14="http://schemas.microsoft.com/office/powerpoint/2010/main" val="3819999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0CE10-9811-B8E2-B7A3-DFAA318B26A4}"/>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7934735-4529-FC67-45D4-081A33685E8D}"/>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09C851C5-EEE6-F465-9ECD-F53475F6896B}"/>
              </a:ext>
            </a:extLst>
          </p:cNvPr>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lang="ja-JP" altLang="en-US" sz="2700" b="1" dirty="0">
                <a:solidFill>
                  <a:srgbClr val="102A43">
                    <a:alpha val="100000"/>
                  </a:srgbClr>
                </a:solidFill>
                <a:latin typeface="Yu Gothic"/>
                <a:cs typeface="Yu Gothic"/>
                <a:sym typeface="Yu Gothic"/>
              </a:rPr>
              <a:t>５　</a:t>
            </a:r>
            <a:r>
              <a:rPr lang="zh-TW" altLang="en-US" sz="2700" b="1" dirty="0">
                <a:solidFill>
                  <a:srgbClr val="102A43">
                    <a:alpha val="100000"/>
                  </a:srgbClr>
                </a:solidFill>
                <a:latin typeface="Yu Gothic"/>
                <a:cs typeface="Yu Gothic"/>
                <a:sym typeface="Yu Gothic"/>
              </a:rPr>
              <a:t>空間相関（</a:t>
            </a:r>
            <a:r>
              <a:rPr lang="en-US" altLang="zh-TW" sz="2700" b="1" dirty="0">
                <a:solidFill>
                  <a:srgbClr val="102A43">
                    <a:alpha val="100000"/>
                  </a:srgbClr>
                </a:solidFill>
                <a:latin typeface="Yu Gothic"/>
                <a:cs typeface="Yu Gothic"/>
                <a:sym typeface="Yu Gothic"/>
              </a:rPr>
              <a:t>CAR</a:t>
            </a:r>
            <a:r>
              <a:rPr lang="zh-TW" altLang="en-US" sz="2700" b="1" dirty="0">
                <a:solidFill>
                  <a:srgbClr val="102A43">
                    <a:alpha val="100000"/>
                  </a:srgbClr>
                </a:solidFill>
                <a:latin typeface="Yu Gothic"/>
                <a:cs typeface="Yu Gothic"/>
                <a:sym typeface="Yu Gothic"/>
              </a:rPr>
              <a:t>）</a:t>
            </a:r>
          </a:p>
        </p:txBody>
      </p:sp>
      <p:pic>
        <p:nvPicPr>
          <p:cNvPr id="5" name="コンテンツ プレースホルダー 19">
            <a:extLst>
              <a:ext uri="{FF2B5EF4-FFF2-40B4-BE49-F238E27FC236}">
                <a16:creationId xmlns:a16="http://schemas.microsoft.com/office/drawing/2014/main" id="{43A7CC37-524B-D820-E894-3D80C6FFF484}"/>
              </a:ext>
            </a:extLst>
          </p:cNvPr>
          <p:cNvPicPr>
            <a:picLocks/>
          </p:cNvPicPr>
          <p:nvPr/>
        </p:nvPicPr>
        <p:blipFill>
          <a:blip r:embed="rId2"/>
          <a:stretch>
            <a:fillRect/>
          </a:stretch>
        </p:blipFill>
        <p:spPr>
          <a:xfrm>
            <a:off x="578989" y="1194480"/>
            <a:ext cx="3520440" cy="864096"/>
          </a:xfrm>
          <a:prstGeom prst="rect">
            <a:avLst/>
          </a:prstGeom>
        </p:spPr>
      </p:pic>
      <p:sp>
        <p:nvSpPr>
          <p:cNvPr id="9" name="コンテンツ プレースホルダー 22">
            <a:extLst>
              <a:ext uri="{FF2B5EF4-FFF2-40B4-BE49-F238E27FC236}">
                <a16:creationId xmlns:a16="http://schemas.microsoft.com/office/drawing/2014/main" id="{E4F6F47B-FDEC-14C1-E7EE-D4E25A719574}"/>
              </a:ext>
            </a:extLst>
          </p:cNvPr>
          <p:cNvSpPr txBox="1">
            <a:spLocks/>
          </p:cNvSpPr>
          <p:nvPr/>
        </p:nvSpPr>
        <p:spPr>
          <a:xfrm>
            <a:off x="798445" y="1338496"/>
            <a:ext cx="3081528" cy="648072"/>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en-US" altLang="ja-JP" sz="1150" dirty="0">
                <a:latin typeface="Yu Gothic"/>
                <a:cs typeface="Yu Gothic"/>
                <a:sym typeface="Yu Gothic"/>
              </a:rPr>
              <a:t>ICAR</a:t>
            </a:r>
            <a:r>
              <a:rPr lang="ja-JP" altLang="en-US" sz="1150" dirty="0">
                <a:latin typeface="Yu Gothic"/>
                <a:cs typeface="Yu Gothic"/>
                <a:sym typeface="Yu Gothic"/>
              </a:rPr>
              <a:t>・</a:t>
            </a:r>
            <a:r>
              <a:rPr lang="en-US" altLang="ja-JP" sz="1150" dirty="0">
                <a:latin typeface="Yu Gothic"/>
                <a:cs typeface="Yu Gothic"/>
                <a:sym typeface="Yu Gothic"/>
              </a:rPr>
              <a:t>BYM</a:t>
            </a:r>
            <a:r>
              <a:rPr lang="ja-JP" altLang="en-US" sz="1150" dirty="0">
                <a:latin typeface="Yu Gothic"/>
                <a:cs typeface="Yu Gothic"/>
                <a:sym typeface="Yu Gothic"/>
              </a:rPr>
              <a:t>・</a:t>
            </a:r>
            <a:r>
              <a:rPr lang="en-US" altLang="ja-JP" sz="1150" dirty="0">
                <a:latin typeface="Yu Gothic"/>
                <a:cs typeface="Yu Gothic"/>
                <a:sym typeface="Yu Gothic"/>
              </a:rPr>
              <a:t>Leroux</a:t>
            </a:r>
            <a:r>
              <a:rPr lang="ja-JP" altLang="en-US" sz="1150" dirty="0">
                <a:latin typeface="Yu Gothic"/>
                <a:cs typeface="Yu Gothic"/>
                <a:sym typeface="Yu Gothic"/>
              </a:rPr>
              <a:t> を当てはめ、空間依存 </a:t>
            </a:r>
            <a:r>
              <a:rPr lang="en-US" altLang="ja-JP" sz="1150" dirty="0">
                <a:latin typeface="Yu Gothic"/>
                <a:cs typeface="Yu Gothic"/>
                <a:sym typeface="Yu Gothic"/>
              </a:rPr>
              <a:t>ρ = 0.938 </a:t>
            </a:r>
            <a:r>
              <a:rPr lang="ja-JP" altLang="en-US" sz="1150" dirty="0">
                <a:latin typeface="Yu Gothic"/>
                <a:cs typeface="Yu Gothic"/>
                <a:sym typeface="Yu Gothic"/>
              </a:rPr>
              <a:t>を推定。</a:t>
            </a:r>
          </a:p>
        </p:txBody>
      </p:sp>
      <p:pic>
        <p:nvPicPr>
          <p:cNvPr id="12" name="図 11">
            <a:extLst>
              <a:ext uri="{FF2B5EF4-FFF2-40B4-BE49-F238E27FC236}">
                <a16:creationId xmlns:a16="http://schemas.microsoft.com/office/drawing/2014/main" id="{E9183946-40E6-A6BF-7C72-D64E0B3FB775}"/>
              </a:ext>
            </a:extLst>
          </p:cNvPr>
          <p:cNvPicPr>
            <a:picLocks noChangeAspect="1"/>
          </p:cNvPicPr>
          <p:nvPr/>
        </p:nvPicPr>
        <p:blipFill>
          <a:blip r:embed="rId3"/>
          <a:stretch>
            <a:fillRect/>
          </a:stretch>
        </p:blipFill>
        <p:spPr>
          <a:xfrm>
            <a:off x="4541698" y="287183"/>
            <a:ext cx="7259068" cy="1020582"/>
          </a:xfrm>
          <a:prstGeom prst="rect">
            <a:avLst/>
          </a:prstGeom>
        </p:spPr>
      </p:pic>
      <p:pic>
        <p:nvPicPr>
          <p:cNvPr id="15" name="図 14">
            <a:extLst>
              <a:ext uri="{FF2B5EF4-FFF2-40B4-BE49-F238E27FC236}">
                <a16:creationId xmlns:a16="http://schemas.microsoft.com/office/drawing/2014/main" id="{3F45272D-DA7E-94D2-9A5C-1476CA606B8D}"/>
              </a:ext>
            </a:extLst>
          </p:cNvPr>
          <p:cNvPicPr>
            <a:picLocks noChangeAspect="1"/>
          </p:cNvPicPr>
          <p:nvPr/>
        </p:nvPicPr>
        <p:blipFill>
          <a:blip r:embed="rId4"/>
          <a:stretch>
            <a:fillRect/>
          </a:stretch>
        </p:blipFill>
        <p:spPr>
          <a:xfrm>
            <a:off x="4541698" y="1052736"/>
            <a:ext cx="5401893" cy="5805264"/>
          </a:xfrm>
          <a:prstGeom prst="rect">
            <a:avLst/>
          </a:prstGeom>
        </p:spPr>
      </p:pic>
      <p:sp>
        <p:nvSpPr>
          <p:cNvPr id="6" name="コンテンツ プレースホルダー 27">
            <a:extLst>
              <a:ext uri="{FF2B5EF4-FFF2-40B4-BE49-F238E27FC236}">
                <a16:creationId xmlns:a16="http://schemas.microsoft.com/office/drawing/2014/main" id="{4159B7C7-6CF0-FFF0-7B1C-FA2C7F1DAA7D}"/>
              </a:ext>
            </a:extLst>
          </p:cNvPr>
          <p:cNvSpPr txBox="1">
            <a:spLocks/>
          </p:cNvSpPr>
          <p:nvPr/>
        </p:nvSpPr>
        <p:spPr>
          <a:xfrm>
            <a:off x="566928" y="6355080"/>
            <a:ext cx="3656864" cy="274320"/>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altLang="ja-JP" sz="1000" dirty="0">
                <a:solidFill>
                  <a:srgbClr val="5A7184">
                    <a:alpha val="100000"/>
                  </a:srgbClr>
                </a:solidFill>
                <a:latin typeface="Yu Gothic"/>
                <a:cs typeface="Yu Gothic"/>
                <a:sym typeface="Yu Gothic"/>
              </a:rPr>
              <a:t>※Claude</a:t>
            </a:r>
            <a:r>
              <a:rPr lang="ja-JP" altLang="en-US" sz="1000" dirty="0">
                <a:solidFill>
                  <a:srgbClr val="5A7184">
                    <a:alpha val="100000"/>
                  </a:srgbClr>
                </a:solidFill>
                <a:latin typeface="Yu Gothic"/>
                <a:cs typeface="Yu Gothic"/>
                <a:sym typeface="Yu Gothic"/>
              </a:rPr>
              <a:t>の出力は一部抜粋。</a:t>
            </a:r>
          </a:p>
        </p:txBody>
      </p:sp>
    </p:spTree>
    <p:extLst>
      <p:ext uri="{BB962C8B-B14F-4D97-AF65-F5344CB8AC3E}">
        <p14:creationId xmlns:p14="http://schemas.microsoft.com/office/powerpoint/2010/main" val="1562345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A0A55-30BC-541A-A9DE-DE3D386122CD}"/>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5B4B68F-46D3-0E54-7C11-2822F5F3B3C6}"/>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6A5E7075-288A-00B0-4A10-40631F79891E}"/>
              </a:ext>
            </a:extLst>
          </p:cNvPr>
          <p:cNvSpPr>
            <a:spLocks noGrp="1"/>
          </p:cNvSpPr>
          <p:nvPr>
            <p:ph/>
          </p:nvPr>
        </p:nvSpPr>
        <p:spPr>
          <a:xfrm>
            <a:off x="566928" y="566928"/>
            <a:ext cx="11064240" cy="658368"/>
          </a:xfrm>
        </p:spPr>
        <p:txBody>
          <a:bodyPr/>
          <a:lstStyle/>
          <a:p>
            <a:pPr marL="0" indent="0">
              <a:spcBef>
                <a:spcPts val="0"/>
              </a:spcBef>
              <a:buNone/>
            </a:pPr>
            <a:r>
              <a:rPr lang="ja-JP" altLang="en-US" sz="2700" b="1" dirty="0">
                <a:solidFill>
                  <a:srgbClr val="102A43">
                    <a:alpha val="100000"/>
                  </a:srgbClr>
                </a:solidFill>
                <a:latin typeface="Yu Gothic"/>
                <a:cs typeface="Yu Gothic"/>
                <a:sym typeface="Yu Gothic"/>
              </a:rPr>
              <a:t>６　</a:t>
            </a:r>
            <a:r>
              <a:rPr lang="ja-JP" altLang="en-US" sz="2800" b="1" dirty="0">
                <a:solidFill>
                  <a:srgbClr val="102A43">
                    <a:alpha val="100000"/>
                  </a:srgbClr>
                </a:solidFill>
                <a:latin typeface="Yu Gothic"/>
                <a:cs typeface="Yu Gothic"/>
                <a:sym typeface="Yu Gothic"/>
              </a:rPr>
              <a:t>地図化と報告</a:t>
            </a:r>
          </a:p>
        </p:txBody>
      </p:sp>
      <p:pic>
        <p:nvPicPr>
          <p:cNvPr id="4" name="コンテンツ プレースホルダー 23">
            <a:extLst>
              <a:ext uri="{FF2B5EF4-FFF2-40B4-BE49-F238E27FC236}">
                <a16:creationId xmlns:a16="http://schemas.microsoft.com/office/drawing/2014/main" id="{1224B0EB-18D5-2A18-9464-A5B8116CCD93}"/>
              </a:ext>
            </a:extLst>
          </p:cNvPr>
          <p:cNvPicPr>
            <a:picLocks/>
          </p:cNvPicPr>
          <p:nvPr/>
        </p:nvPicPr>
        <p:blipFill>
          <a:blip r:embed="rId2"/>
          <a:stretch>
            <a:fillRect/>
          </a:stretch>
        </p:blipFill>
        <p:spPr>
          <a:xfrm>
            <a:off x="566928" y="1234449"/>
            <a:ext cx="3520440" cy="1005841"/>
          </a:xfrm>
          <a:prstGeom prst="rect">
            <a:avLst/>
          </a:prstGeom>
        </p:spPr>
      </p:pic>
      <p:sp>
        <p:nvSpPr>
          <p:cNvPr id="8" name="コンテンツ プレースホルダー 26">
            <a:extLst>
              <a:ext uri="{FF2B5EF4-FFF2-40B4-BE49-F238E27FC236}">
                <a16:creationId xmlns:a16="http://schemas.microsoft.com/office/drawing/2014/main" id="{E2C492A4-9838-5A05-9890-F4DA05747D8E}"/>
              </a:ext>
            </a:extLst>
          </p:cNvPr>
          <p:cNvSpPr txBox="1">
            <a:spLocks/>
          </p:cNvSpPr>
          <p:nvPr/>
        </p:nvSpPr>
        <p:spPr>
          <a:xfrm>
            <a:off x="786384" y="1443893"/>
            <a:ext cx="3221384" cy="688963"/>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150" dirty="0">
                <a:latin typeface="Yu Gothic"/>
                <a:cs typeface="Yu Gothic"/>
                <a:sym typeface="Yu Gothic"/>
              </a:rPr>
              <a:t>実測値／</a:t>
            </a:r>
            <a:r>
              <a:rPr lang="en-US" altLang="ja-JP" sz="1150" dirty="0">
                <a:latin typeface="Yu Gothic"/>
                <a:cs typeface="Yu Gothic"/>
                <a:sym typeface="Yu Gothic"/>
              </a:rPr>
              <a:t>C6</a:t>
            </a:r>
            <a:r>
              <a:rPr lang="ja-JP" altLang="en-US" sz="1150" dirty="0">
                <a:latin typeface="Yu Gothic"/>
                <a:cs typeface="Yu Gothic"/>
                <a:sym typeface="Yu Gothic"/>
              </a:rPr>
              <a:t>／</a:t>
            </a:r>
            <a:r>
              <a:rPr lang="en-US" altLang="ja-JP" sz="1150" dirty="0">
                <a:latin typeface="Yu Gothic"/>
                <a:cs typeface="Yu Gothic"/>
                <a:sym typeface="Yu Gothic"/>
              </a:rPr>
              <a:t>C6+Leroux </a:t>
            </a:r>
            <a:r>
              <a:rPr lang="ja-JP" altLang="en-US" sz="1150" dirty="0">
                <a:latin typeface="Yu Gothic"/>
                <a:cs typeface="Yu Gothic"/>
                <a:sym typeface="Yu Gothic"/>
              </a:rPr>
              <a:t>の推定値を指定配色で地図化し、報告書に集約。</a:t>
            </a:r>
          </a:p>
        </p:txBody>
      </p:sp>
      <p:pic>
        <p:nvPicPr>
          <p:cNvPr id="11" name="図 10">
            <a:extLst>
              <a:ext uri="{FF2B5EF4-FFF2-40B4-BE49-F238E27FC236}">
                <a16:creationId xmlns:a16="http://schemas.microsoft.com/office/drawing/2014/main" id="{42BA098A-9EDF-1240-4346-E31C8DFA95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384" y="2500297"/>
            <a:ext cx="11136560" cy="4049659"/>
          </a:xfrm>
          <a:prstGeom prst="rect">
            <a:avLst/>
          </a:prstGeom>
        </p:spPr>
      </p:pic>
      <p:pic>
        <p:nvPicPr>
          <p:cNvPr id="14" name="図 13">
            <a:extLst>
              <a:ext uri="{FF2B5EF4-FFF2-40B4-BE49-F238E27FC236}">
                <a16:creationId xmlns:a16="http://schemas.microsoft.com/office/drawing/2014/main" id="{B352C8B3-4C66-D140-77BE-393CD7F3A97F}"/>
              </a:ext>
            </a:extLst>
          </p:cNvPr>
          <p:cNvPicPr>
            <a:picLocks noChangeAspect="1"/>
          </p:cNvPicPr>
          <p:nvPr/>
        </p:nvPicPr>
        <p:blipFill>
          <a:blip r:embed="rId4"/>
          <a:stretch>
            <a:fillRect/>
          </a:stretch>
        </p:blipFill>
        <p:spPr>
          <a:xfrm>
            <a:off x="4583832" y="260826"/>
            <a:ext cx="6604735" cy="2097053"/>
          </a:xfrm>
          <a:prstGeom prst="rect">
            <a:avLst/>
          </a:prstGeom>
        </p:spPr>
      </p:pic>
      <p:sp>
        <p:nvSpPr>
          <p:cNvPr id="16" name="コンテンツ プレースホルダー 18">
            <a:extLst>
              <a:ext uri="{FF2B5EF4-FFF2-40B4-BE49-F238E27FC236}">
                <a16:creationId xmlns:a16="http://schemas.microsoft.com/office/drawing/2014/main" id="{35CE572D-C4B2-FA1E-0E03-688650FF00BC}"/>
              </a:ext>
            </a:extLst>
          </p:cNvPr>
          <p:cNvSpPr txBox="1">
            <a:spLocks/>
          </p:cNvSpPr>
          <p:nvPr/>
        </p:nvSpPr>
        <p:spPr>
          <a:xfrm>
            <a:off x="911424" y="6293450"/>
            <a:ext cx="10277143" cy="398924"/>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ja-JP" altLang="en-US" sz="1300" b="1" dirty="0">
                <a:solidFill>
                  <a:srgbClr val="12608A">
                    <a:alpha val="100000"/>
                  </a:srgbClr>
                </a:solidFill>
                <a:latin typeface="Yu Gothic"/>
                <a:cs typeface="Yu Gothic"/>
                <a:sym typeface="Yu Gothic"/>
              </a:rPr>
              <a:t>シンプルな重回帰分析モデル（中）よりも、残差の空間相関を考慮したモデル（右）の推定結果の方が、実測値（左）に近いことを視覚的にも確認。</a:t>
            </a:r>
            <a:endParaRPr lang="en-US" altLang="ja-JP" sz="1300" b="1" dirty="0">
              <a:solidFill>
                <a:srgbClr val="12608A">
                  <a:alpha val="100000"/>
                </a:srgbClr>
              </a:solidFill>
              <a:latin typeface="Yu Gothic"/>
              <a:cs typeface="Yu Gothic"/>
              <a:sym typeface="Yu Gothic"/>
            </a:endParaRPr>
          </a:p>
        </p:txBody>
      </p:sp>
    </p:spTree>
    <p:extLst>
      <p:ext uri="{BB962C8B-B14F-4D97-AF65-F5344CB8AC3E}">
        <p14:creationId xmlns:p14="http://schemas.microsoft.com/office/powerpoint/2010/main" val="790729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B2EF8-20C5-12BD-0C2B-1E9B2F06BF32}"/>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A272232-B0E9-E676-45AF-C470A42AD683}"/>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E9BFBE13-CC8D-C792-3B71-5C06B724AC01}"/>
              </a:ext>
            </a:extLst>
          </p:cNvPr>
          <p:cNvSpPr>
            <a:spLocks noGrp="1"/>
          </p:cNvSpPr>
          <p:nvPr>
            <p:ph/>
          </p:nvPr>
        </p:nvSpPr>
        <p:spPr>
          <a:xfrm>
            <a:off x="566928" y="566928"/>
            <a:ext cx="11064240" cy="658368"/>
          </a:xfrm>
        </p:spPr>
        <p:txBody>
          <a:bodyPr/>
          <a:lstStyle/>
          <a:p>
            <a:pPr marL="0" indent="0">
              <a:spcBef>
                <a:spcPts val="0"/>
              </a:spcBef>
              <a:buNone/>
            </a:pPr>
            <a:r>
              <a:rPr lang="ja-JP" altLang="en-US" sz="2700" b="1" dirty="0">
                <a:solidFill>
                  <a:srgbClr val="102A43">
                    <a:alpha val="100000"/>
                  </a:srgbClr>
                </a:solidFill>
                <a:latin typeface="Yu Gothic"/>
                <a:cs typeface="Yu Gothic"/>
                <a:sym typeface="Yu Gothic"/>
              </a:rPr>
              <a:t>まとめ①</a:t>
            </a:r>
            <a:endParaRPr lang="ja-JP" altLang="en-US" sz="2800" b="1" dirty="0">
              <a:solidFill>
                <a:srgbClr val="102A43">
                  <a:alpha val="100000"/>
                </a:srgbClr>
              </a:solidFill>
              <a:latin typeface="Yu Gothic"/>
              <a:cs typeface="Yu Gothic"/>
              <a:sym typeface="Yu Gothic"/>
            </a:endParaRPr>
          </a:p>
        </p:txBody>
      </p:sp>
      <p:pic>
        <p:nvPicPr>
          <p:cNvPr id="6" name="図 5">
            <a:extLst>
              <a:ext uri="{FF2B5EF4-FFF2-40B4-BE49-F238E27FC236}">
                <a16:creationId xmlns:a16="http://schemas.microsoft.com/office/drawing/2014/main" id="{C36AB018-8DE7-3217-533F-955CBFECCC2E}"/>
              </a:ext>
            </a:extLst>
          </p:cNvPr>
          <p:cNvPicPr>
            <a:picLocks noChangeAspect="1"/>
          </p:cNvPicPr>
          <p:nvPr/>
        </p:nvPicPr>
        <p:blipFill>
          <a:blip r:embed="rId2"/>
          <a:srcRect l="22611" r="23165" b="64237"/>
          <a:stretch>
            <a:fillRect/>
          </a:stretch>
        </p:blipFill>
        <p:spPr>
          <a:xfrm>
            <a:off x="3215680" y="1527303"/>
            <a:ext cx="4447836" cy="500678"/>
          </a:xfrm>
          <a:prstGeom prst="rect">
            <a:avLst/>
          </a:prstGeom>
        </p:spPr>
      </p:pic>
      <p:pic>
        <p:nvPicPr>
          <p:cNvPr id="9" name="図 8">
            <a:extLst>
              <a:ext uri="{FF2B5EF4-FFF2-40B4-BE49-F238E27FC236}">
                <a16:creationId xmlns:a16="http://schemas.microsoft.com/office/drawing/2014/main" id="{1ECA5BAA-E153-8401-ABE4-6E23D589C074}"/>
              </a:ext>
            </a:extLst>
          </p:cNvPr>
          <p:cNvPicPr>
            <a:picLocks noChangeAspect="1"/>
          </p:cNvPicPr>
          <p:nvPr/>
        </p:nvPicPr>
        <p:blipFill>
          <a:blip r:embed="rId3"/>
          <a:srcRect l="12088"/>
          <a:stretch>
            <a:fillRect/>
          </a:stretch>
        </p:blipFill>
        <p:spPr>
          <a:xfrm>
            <a:off x="2808695" y="2418006"/>
            <a:ext cx="5912895" cy="1053051"/>
          </a:xfrm>
          <a:prstGeom prst="rect">
            <a:avLst/>
          </a:prstGeom>
        </p:spPr>
      </p:pic>
      <p:pic>
        <p:nvPicPr>
          <p:cNvPr id="12" name="図 11">
            <a:extLst>
              <a:ext uri="{FF2B5EF4-FFF2-40B4-BE49-F238E27FC236}">
                <a16:creationId xmlns:a16="http://schemas.microsoft.com/office/drawing/2014/main" id="{A646A7AA-5413-049D-D8F5-169C078BBEA6}"/>
              </a:ext>
            </a:extLst>
          </p:cNvPr>
          <p:cNvPicPr>
            <a:picLocks noChangeAspect="1"/>
          </p:cNvPicPr>
          <p:nvPr/>
        </p:nvPicPr>
        <p:blipFill>
          <a:blip r:embed="rId2"/>
          <a:srcRect t="38347"/>
          <a:stretch>
            <a:fillRect/>
          </a:stretch>
        </p:blipFill>
        <p:spPr>
          <a:xfrm>
            <a:off x="566928" y="3995468"/>
            <a:ext cx="6639945" cy="698688"/>
          </a:xfrm>
          <a:prstGeom prst="rect">
            <a:avLst/>
          </a:prstGeom>
        </p:spPr>
      </p:pic>
      <p:sp>
        <p:nvSpPr>
          <p:cNvPr id="16" name="コンテンツ プレースホルダー 18">
            <a:extLst>
              <a:ext uri="{FF2B5EF4-FFF2-40B4-BE49-F238E27FC236}">
                <a16:creationId xmlns:a16="http://schemas.microsoft.com/office/drawing/2014/main" id="{5B1B05FB-F19F-4902-67B7-8BEB62D820B9}"/>
              </a:ext>
            </a:extLst>
          </p:cNvPr>
          <p:cNvSpPr txBox="1">
            <a:spLocks/>
          </p:cNvSpPr>
          <p:nvPr/>
        </p:nvSpPr>
        <p:spPr>
          <a:xfrm>
            <a:off x="5295607" y="1013325"/>
            <a:ext cx="2592288" cy="398924"/>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ja-JP" altLang="en-US" sz="1200" b="1" dirty="0">
                <a:solidFill>
                  <a:srgbClr val="FF0000"/>
                </a:solidFill>
                <a:latin typeface="Yu Gothic"/>
                <a:cs typeface="Yu Gothic"/>
                <a:sym typeface="Yu Gothic"/>
              </a:rPr>
              <a:t>残差に空間構造を仮定</a:t>
            </a:r>
            <a:endParaRPr lang="en-US" altLang="ja-JP" sz="1200" b="1" dirty="0">
              <a:solidFill>
                <a:srgbClr val="FF0000"/>
              </a:solidFill>
              <a:latin typeface="Yu Gothic"/>
              <a:cs typeface="Yu Gothic"/>
              <a:sym typeface="Yu Gothic"/>
            </a:endParaRPr>
          </a:p>
        </p:txBody>
      </p:sp>
      <p:cxnSp>
        <p:nvCxnSpPr>
          <p:cNvPr id="20" name="直線矢印コネクタ 19">
            <a:extLst>
              <a:ext uri="{FF2B5EF4-FFF2-40B4-BE49-F238E27FC236}">
                <a16:creationId xmlns:a16="http://schemas.microsoft.com/office/drawing/2014/main" id="{E93217DE-6158-4985-DE2C-AE9CC7BE66CD}"/>
              </a:ext>
            </a:extLst>
          </p:cNvPr>
          <p:cNvCxnSpPr>
            <a:cxnSpLocks/>
          </p:cNvCxnSpPr>
          <p:nvPr/>
        </p:nvCxnSpPr>
        <p:spPr>
          <a:xfrm flipH="1">
            <a:off x="4898079" y="1342923"/>
            <a:ext cx="936104" cy="3661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コンテンツ プレースホルダー 18">
            <a:extLst>
              <a:ext uri="{FF2B5EF4-FFF2-40B4-BE49-F238E27FC236}">
                <a16:creationId xmlns:a16="http://schemas.microsoft.com/office/drawing/2014/main" id="{8C9ED75E-9DC4-2C9A-2D8C-7F1D49FE66D4}"/>
              </a:ext>
            </a:extLst>
          </p:cNvPr>
          <p:cNvSpPr txBox="1">
            <a:spLocks/>
          </p:cNvSpPr>
          <p:nvPr/>
        </p:nvSpPr>
        <p:spPr>
          <a:xfrm>
            <a:off x="7849255" y="1673330"/>
            <a:ext cx="2592288" cy="398924"/>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ja-JP" altLang="en-US" sz="1200" b="1" dirty="0">
                <a:solidFill>
                  <a:srgbClr val="FF0000"/>
                </a:solidFill>
                <a:latin typeface="Yu Gothic"/>
                <a:cs typeface="Yu Gothic"/>
                <a:sym typeface="Yu Gothic"/>
              </a:rPr>
              <a:t>空間ランダム効果（</a:t>
            </a:r>
            <a:r>
              <a:rPr lang="en-US" altLang="ja-JP" sz="1200" b="1" dirty="0">
                <a:solidFill>
                  <a:srgbClr val="FF0000"/>
                </a:solidFill>
                <a:latin typeface="Yu Gothic"/>
                <a:cs typeface="Yu Gothic"/>
                <a:sym typeface="Yu Gothic"/>
              </a:rPr>
              <a:t>Leroux CAR</a:t>
            </a:r>
            <a:r>
              <a:rPr lang="ja-JP" altLang="en-US" sz="1200" b="1" dirty="0">
                <a:solidFill>
                  <a:srgbClr val="FF0000"/>
                </a:solidFill>
                <a:latin typeface="Yu Gothic"/>
                <a:cs typeface="Yu Gothic"/>
                <a:sym typeface="Yu Gothic"/>
              </a:rPr>
              <a:t>）</a:t>
            </a:r>
            <a:endParaRPr lang="en-US" altLang="ja-JP" sz="1200" b="1" dirty="0">
              <a:solidFill>
                <a:srgbClr val="FF0000"/>
              </a:solidFill>
              <a:latin typeface="Yu Gothic"/>
              <a:cs typeface="Yu Gothic"/>
              <a:sym typeface="Yu Gothic"/>
            </a:endParaRPr>
          </a:p>
        </p:txBody>
      </p:sp>
      <p:cxnSp>
        <p:nvCxnSpPr>
          <p:cNvPr id="31" name="直線矢印コネクタ 30">
            <a:extLst>
              <a:ext uri="{FF2B5EF4-FFF2-40B4-BE49-F238E27FC236}">
                <a16:creationId xmlns:a16="http://schemas.microsoft.com/office/drawing/2014/main" id="{D118AF1D-CDEE-D120-2E79-3D577D37B1BD}"/>
              </a:ext>
            </a:extLst>
          </p:cNvPr>
          <p:cNvCxnSpPr>
            <a:cxnSpLocks/>
          </p:cNvCxnSpPr>
          <p:nvPr/>
        </p:nvCxnSpPr>
        <p:spPr>
          <a:xfrm flipH="1">
            <a:off x="7095807" y="1997681"/>
            <a:ext cx="936104" cy="3661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コンテンツ プレースホルダー 18">
            <a:extLst>
              <a:ext uri="{FF2B5EF4-FFF2-40B4-BE49-F238E27FC236}">
                <a16:creationId xmlns:a16="http://schemas.microsoft.com/office/drawing/2014/main" id="{07A56524-D15F-6F3E-1ADF-B4C7FC45589C}"/>
              </a:ext>
            </a:extLst>
          </p:cNvPr>
          <p:cNvSpPr txBox="1">
            <a:spLocks/>
          </p:cNvSpPr>
          <p:nvPr/>
        </p:nvSpPr>
        <p:spPr>
          <a:xfrm>
            <a:off x="680558" y="3528961"/>
            <a:ext cx="5271426" cy="398924"/>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en-US" altLang="ja-JP" sz="1200" b="1" dirty="0">
                <a:solidFill>
                  <a:srgbClr val="FF0000"/>
                </a:solidFill>
                <a:latin typeface="Yu Gothic"/>
                <a:cs typeface="Yu Gothic"/>
                <a:sym typeface="Yu Gothic"/>
              </a:rPr>
              <a:t>※</a:t>
            </a:r>
            <a:r>
              <a:rPr lang="ja-JP" altLang="en-US" sz="1200" b="1" dirty="0">
                <a:solidFill>
                  <a:srgbClr val="FF0000"/>
                </a:solidFill>
                <a:latin typeface="Yu Gothic"/>
                <a:cs typeface="Yu Gothic"/>
                <a:sym typeface="Yu Gothic"/>
              </a:rPr>
              <a:t>解釈性を担保しつつ予測精度を高めた重回帰モデル（ステップ</a:t>
            </a:r>
            <a:r>
              <a:rPr lang="en-US" altLang="ja-JP" sz="1200" b="1" dirty="0">
                <a:solidFill>
                  <a:srgbClr val="FF0000"/>
                </a:solidFill>
                <a:latin typeface="Yu Gothic"/>
                <a:cs typeface="Yu Gothic"/>
                <a:sym typeface="Yu Gothic"/>
              </a:rPr>
              <a:t>4</a:t>
            </a:r>
            <a:r>
              <a:rPr lang="ja-JP" altLang="en-US" sz="1200" b="1" dirty="0">
                <a:solidFill>
                  <a:srgbClr val="FF0000"/>
                </a:solidFill>
                <a:latin typeface="Yu Gothic"/>
                <a:cs typeface="Yu Gothic"/>
                <a:sym typeface="Yu Gothic"/>
              </a:rPr>
              <a:t>で選定）</a:t>
            </a:r>
            <a:endParaRPr lang="en-US" altLang="ja-JP" sz="1200" b="1" dirty="0">
              <a:solidFill>
                <a:srgbClr val="FF0000"/>
              </a:solidFill>
              <a:latin typeface="Yu Gothic"/>
              <a:cs typeface="Yu Gothic"/>
              <a:sym typeface="Yu Gothic"/>
            </a:endParaRPr>
          </a:p>
        </p:txBody>
      </p:sp>
      <p:pic>
        <p:nvPicPr>
          <p:cNvPr id="35" name="図 34">
            <a:extLst>
              <a:ext uri="{FF2B5EF4-FFF2-40B4-BE49-F238E27FC236}">
                <a16:creationId xmlns:a16="http://schemas.microsoft.com/office/drawing/2014/main" id="{F1AA3FA7-F309-0B53-39E6-F235711E65D6}"/>
              </a:ext>
            </a:extLst>
          </p:cNvPr>
          <p:cNvPicPr>
            <a:picLocks noChangeAspect="1"/>
          </p:cNvPicPr>
          <p:nvPr/>
        </p:nvPicPr>
        <p:blipFill>
          <a:blip r:embed="rId4"/>
          <a:stretch>
            <a:fillRect/>
          </a:stretch>
        </p:blipFill>
        <p:spPr>
          <a:xfrm>
            <a:off x="6888088" y="3861082"/>
            <a:ext cx="5271426" cy="2711795"/>
          </a:xfrm>
          <a:prstGeom prst="rect">
            <a:avLst/>
          </a:prstGeom>
        </p:spPr>
      </p:pic>
      <p:pic>
        <p:nvPicPr>
          <p:cNvPr id="4" name="コンテンツ プレースホルダー 23">
            <a:extLst>
              <a:ext uri="{FF2B5EF4-FFF2-40B4-BE49-F238E27FC236}">
                <a16:creationId xmlns:a16="http://schemas.microsoft.com/office/drawing/2014/main" id="{AE98EF3E-BEF4-1173-8632-816570E0D783}"/>
              </a:ext>
            </a:extLst>
          </p:cNvPr>
          <p:cNvPicPr>
            <a:picLocks/>
          </p:cNvPicPr>
          <p:nvPr/>
        </p:nvPicPr>
        <p:blipFill>
          <a:blip r:embed="rId5"/>
          <a:stretch>
            <a:fillRect/>
          </a:stretch>
        </p:blipFill>
        <p:spPr>
          <a:xfrm>
            <a:off x="623392" y="1164765"/>
            <a:ext cx="3672408" cy="443012"/>
          </a:xfrm>
          <a:prstGeom prst="rect">
            <a:avLst/>
          </a:prstGeom>
        </p:spPr>
      </p:pic>
      <p:sp>
        <p:nvSpPr>
          <p:cNvPr id="8" name="コンテンツ プレースホルダー 26">
            <a:extLst>
              <a:ext uri="{FF2B5EF4-FFF2-40B4-BE49-F238E27FC236}">
                <a16:creationId xmlns:a16="http://schemas.microsoft.com/office/drawing/2014/main" id="{D975F8FD-0AA6-1D65-0686-A89B02F59FDA}"/>
              </a:ext>
            </a:extLst>
          </p:cNvPr>
          <p:cNvSpPr txBox="1">
            <a:spLocks/>
          </p:cNvSpPr>
          <p:nvPr/>
        </p:nvSpPr>
        <p:spPr>
          <a:xfrm>
            <a:off x="751864" y="1237812"/>
            <a:ext cx="3221384" cy="347662"/>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150" dirty="0">
                <a:latin typeface="游ゴシック" panose="020B0400000000000000" pitchFamily="50" charset="-128"/>
                <a:ea typeface="游ゴシック" panose="020B0400000000000000" pitchFamily="50" charset="-128"/>
                <a:cs typeface="Yu Gothic"/>
                <a:sym typeface="Yu Gothic"/>
              </a:rPr>
              <a:t>観測方程式</a:t>
            </a:r>
          </a:p>
        </p:txBody>
      </p:sp>
      <p:sp>
        <p:nvSpPr>
          <p:cNvPr id="37" name="コンテンツ プレースホルダー 18">
            <a:extLst>
              <a:ext uri="{FF2B5EF4-FFF2-40B4-BE49-F238E27FC236}">
                <a16:creationId xmlns:a16="http://schemas.microsoft.com/office/drawing/2014/main" id="{7C9FFB27-713B-DD9B-A12A-EB69B8C62E7E}"/>
              </a:ext>
            </a:extLst>
          </p:cNvPr>
          <p:cNvSpPr txBox="1">
            <a:spLocks/>
          </p:cNvSpPr>
          <p:nvPr/>
        </p:nvSpPr>
        <p:spPr>
          <a:xfrm>
            <a:off x="1561757" y="5392241"/>
            <a:ext cx="5468086" cy="398924"/>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en-US" altLang="ja-JP" sz="1200" dirty="0">
                <a:solidFill>
                  <a:srgbClr val="0070C0"/>
                </a:solidFill>
                <a:latin typeface="游ゴシック" panose="020B0400000000000000" pitchFamily="50" charset="-128"/>
                <a:ea typeface="游ゴシック" panose="020B0400000000000000" pitchFamily="50" charset="-128"/>
                <a:cs typeface="Yu Gothic"/>
                <a:sym typeface="Yu Gothic"/>
              </a:rPr>
              <a:t>Claude</a:t>
            </a:r>
            <a:r>
              <a:rPr lang="ja-JP" altLang="en-US" sz="1200" dirty="0">
                <a:solidFill>
                  <a:srgbClr val="0070C0"/>
                </a:solidFill>
                <a:latin typeface="游ゴシック" panose="020B0400000000000000" pitchFamily="50" charset="-128"/>
                <a:ea typeface="游ゴシック" panose="020B0400000000000000" pitchFamily="50" charset="-128"/>
                <a:cs typeface="Yu Gothic"/>
                <a:sym typeface="Yu Gothic"/>
              </a:rPr>
              <a:t>の自主規制（？）により、</a:t>
            </a:r>
            <a:r>
              <a:rPr lang="en-US" altLang="ja-JP" sz="1200" dirty="0">
                <a:solidFill>
                  <a:srgbClr val="0070C0"/>
                </a:solidFill>
                <a:latin typeface="游ゴシック" panose="020B0400000000000000" pitchFamily="50" charset="-128"/>
                <a:ea typeface="游ゴシック" panose="020B0400000000000000" pitchFamily="50" charset="-128"/>
                <a:cs typeface="Yu Gothic"/>
                <a:sym typeface="Yu Gothic"/>
              </a:rPr>
              <a:t>”B”</a:t>
            </a:r>
            <a:r>
              <a:rPr lang="ja-JP" altLang="en-US" sz="1200" dirty="0">
                <a:solidFill>
                  <a:srgbClr val="0070C0"/>
                </a:solidFill>
                <a:latin typeface="游ゴシック" panose="020B0400000000000000" pitchFamily="50" charset="-128"/>
                <a:ea typeface="游ゴシック" panose="020B0400000000000000" pitchFamily="50" charset="-128"/>
                <a:cs typeface="Yu Gothic"/>
                <a:sym typeface="Yu Gothic"/>
              </a:rPr>
              <a:t>（黒人比率）の説明は記載されず。⇒</a:t>
            </a:r>
            <a:endParaRPr lang="en-US" altLang="ja-JP" sz="1200" dirty="0">
              <a:solidFill>
                <a:srgbClr val="0070C0"/>
              </a:solidFill>
              <a:latin typeface="游ゴシック" panose="020B0400000000000000" pitchFamily="50" charset="-128"/>
              <a:ea typeface="游ゴシック" panose="020B0400000000000000" pitchFamily="50" charset="-128"/>
              <a:cs typeface="Yu Gothic"/>
              <a:sym typeface="Yu Gothic"/>
            </a:endParaRPr>
          </a:p>
        </p:txBody>
      </p:sp>
    </p:spTree>
    <p:extLst>
      <p:ext uri="{BB962C8B-B14F-4D97-AF65-F5344CB8AC3E}">
        <p14:creationId xmlns:p14="http://schemas.microsoft.com/office/powerpoint/2010/main" val="3087302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8645E-E2B7-46EE-54A4-A1FD2CA3D5E5}"/>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C2B623A9-FA26-D1DE-8E3E-3C01A5D07C74}"/>
              </a:ext>
            </a:extLst>
          </p:cNvPr>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lang="ja-JP" altLang="en-US"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rPr>
              <a:t>やったこと</a:t>
            </a:r>
            <a:endParaRPr sz="1100" b="1" i="0" u="none" strike="noStrike" cap="none" dirty="0">
              <a:solidFill>
                <a:srgbClr val="12608A">
                  <a:alpha val="100000"/>
                </a:srgbClr>
              </a:solidFill>
              <a:latin typeface="游ゴシック" panose="020B0400000000000000" pitchFamily="50" charset="-128"/>
              <a:ea typeface="游ゴシック" panose="020B0400000000000000" pitchFamily="50" charset="-128"/>
              <a:cs typeface="Yu Gothic"/>
              <a:sym typeface="Yu Gothic"/>
            </a:endParaRPr>
          </a:p>
        </p:txBody>
      </p:sp>
      <p:sp>
        <p:nvSpPr>
          <p:cNvPr id="3" name="コンテンツ プレースホルダー 2">
            <a:extLst>
              <a:ext uri="{FF2B5EF4-FFF2-40B4-BE49-F238E27FC236}">
                <a16:creationId xmlns:a16="http://schemas.microsoft.com/office/drawing/2014/main" id="{F5E93CCC-9B3D-7146-8DA6-E347A4E6D61F}"/>
              </a:ext>
            </a:extLst>
          </p:cNvPr>
          <p:cNvSpPr>
            <a:spLocks noGrp="1"/>
          </p:cNvSpPr>
          <p:nvPr>
            <p:ph/>
          </p:nvPr>
        </p:nvSpPr>
        <p:spPr>
          <a:xfrm>
            <a:off x="566928" y="566928"/>
            <a:ext cx="11064240" cy="658368"/>
          </a:xfrm>
        </p:spPr>
        <p:txBody>
          <a:bodyPr/>
          <a:lstStyle/>
          <a:p>
            <a:pPr marL="0" indent="0">
              <a:spcBef>
                <a:spcPts val="0"/>
              </a:spcBef>
              <a:buNone/>
            </a:pPr>
            <a:r>
              <a:rPr lang="ja-JP" altLang="en-US" sz="2700" b="1" dirty="0">
                <a:solidFill>
                  <a:srgbClr val="102A43">
                    <a:alpha val="100000"/>
                  </a:srgbClr>
                </a:solidFill>
                <a:latin typeface="Yu Gothic"/>
                <a:cs typeface="Yu Gothic"/>
                <a:sym typeface="Yu Gothic"/>
              </a:rPr>
              <a:t>まとめ②</a:t>
            </a:r>
            <a:endParaRPr lang="ja-JP" altLang="en-US" sz="2800" b="1" dirty="0">
              <a:solidFill>
                <a:srgbClr val="102A43">
                  <a:alpha val="100000"/>
                </a:srgbClr>
              </a:solidFill>
              <a:latin typeface="Yu Gothic"/>
              <a:cs typeface="Yu Gothic"/>
              <a:sym typeface="Yu Gothic"/>
            </a:endParaRPr>
          </a:p>
        </p:txBody>
      </p:sp>
      <p:grpSp>
        <p:nvGrpSpPr>
          <p:cNvPr id="24" name="グループ化 23">
            <a:extLst>
              <a:ext uri="{FF2B5EF4-FFF2-40B4-BE49-F238E27FC236}">
                <a16:creationId xmlns:a16="http://schemas.microsoft.com/office/drawing/2014/main" id="{B4FAF9EC-664D-69CE-2BED-45B9179BECF9}"/>
              </a:ext>
            </a:extLst>
          </p:cNvPr>
          <p:cNvGrpSpPr/>
          <p:nvPr/>
        </p:nvGrpSpPr>
        <p:grpSpPr>
          <a:xfrm>
            <a:off x="1060128" y="1259822"/>
            <a:ext cx="8152448" cy="443012"/>
            <a:chOff x="623392" y="1302096"/>
            <a:chExt cx="8152448" cy="443012"/>
          </a:xfrm>
        </p:grpSpPr>
        <p:pic>
          <p:nvPicPr>
            <p:cNvPr id="4" name="コンテンツ プレースホルダー 23">
              <a:extLst>
                <a:ext uri="{FF2B5EF4-FFF2-40B4-BE49-F238E27FC236}">
                  <a16:creationId xmlns:a16="http://schemas.microsoft.com/office/drawing/2014/main" id="{D902FFCA-3442-3CD4-4551-A237353F1348}"/>
                </a:ext>
              </a:extLst>
            </p:cNvPr>
            <p:cNvPicPr>
              <a:picLocks/>
            </p:cNvPicPr>
            <p:nvPr/>
          </p:nvPicPr>
          <p:blipFill>
            <a:blip r:embed="rId2"/>
            <a:stretch>
              <a:fillRect/>
            </a:stretch>
          </p:blipFill>
          <p:spPr>
            <a:xfrm>
              <a:off x="623392" y="1302096"/>
              <a:ext cx="8152448" cy="443012"/>
            </a:xfrm>
            <a:prstGeom prst="rect">
              <a:avLst/>
            </a:prstGeom>
          </p:spPr>
        </p:pic>
        <p:sp>
          <p:nvSpPr>
            <p:cNvPr id="8" name="コンテンツ プレースホルダー 26">
              <a:extLst>
                <a:ext uri="{FF2B5EF4-FFF2-40B4-BE49-F238E27FC236}">
                  <a16:creationId xmlns:a16="http://schemas.microsoft.com/office/drawing/2014/main" id="{BED72C29-F7E3-D528-4869-7B3A1E6FF4DF}"/>
                </a:ext>
              </a:extLst>
            </p:cNvPr>
            <p:cNvSpPr txBox="1">
              <a:spLocks/>
            </p:cNvSpPr>
            <p:nvPr/>
          </p:nvSpPr>
          <p:spPr>
            <a:xfrm>
              <a:off x="701568" y="1363288"/>
              <a:ext cx="8017808" cy="315468"/>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200" dirty="0">
                  <a:latin typeface="游ゴシック" panose="020B0400000000000000" pitchFamily="50" charset="-128"/>
                  <a:ea typeface="游ゴシック" panose="020B0400000000000000" pitchFamily="50" charset="-128"/>
                  <a:cs typeface="Yu Gothic"/>
                  <a:sym typeface="Yu Gothic"/>
                </a:rPr>
                <a:t>第一に、何と何が独立でないか。その根拠は統計的検定か、それとも対象についての知識か。</a:t>
              </a:r>
            </a:p>
          </p:txBody>
        </p:sp>
      </p:grpSp>
      <p:grpSp>
        <p:nvGrpSpPr>
          <p:cNvPr id="23" name="グループ化 22">
            <a:extLst>
              <a:ext uri="{FF2B5EF4-FFF2-40B4-BE49-F238E27FC236}">
                <a16:creationId xmlns:a16="http://schemas.microsoft.com/office/drawing/2014/main" id="{66D51C82-CA73-533C-D16F-5F958DF3327F}"/>
              </a:ext>
            </a:extLst>
          </p:cNvPr>
          <p:cNvGrpSpPr/>
          <p:nvPr/>
        </p:nvGrpSpPr>
        <p:grpSpPr>
          <a:xfrm>
            <a:off x="1060128" y="2696687"/>
            <a:ext cx="8230624" cy="464834"/>
            <a:chOff x="623392" y="2073820"/>
            <a:chExt cx="8230624" cy="464834"/>
          </a:xfrm>
        </p:grpSpPr>
        <p:pic>
          <p:nvPicPr>
            <p:cNvPr id="17" name="コンテンツ プレースホルダー 23">
              <a:extLst>
                <a:ext uri="{FF2B5EF4-FFF2-40B4-BE49-F238E27FC236}">
                  <a16:creationId xmlns:a16="http://schemas.microsoft.com/office/drawing/2014/main" id="{5269218E-8639-2F2D-CAE7-512104E25C8B}"/>
                </a:ext>
              </a:extLst>
            </p:cNvPr>
            <p:cNvPicPr>
              <a:picLocks/>
            </p:cNvPicPr>
            <p:nvPr/>
          </p:nvPicPr>
          <p:blipFill>
            <a:blip r:embed="rId2"/>
            <a:stretch>
              <a:fillRect/>
            </a:stretch>
          </p:blipFill>
          <p:spPr>
            <a:xfrm>
              <a:off x="623392" y="2073820"/>
              <a:ext cx="8152448" cy="443012"/>
            </a:xfrm>
            <a:prstGeom prst="rect">
              <a:avLst/>
            </a:prstGeom>
          </p:spPr>
        </p:pic>
        <p:sp>
          <p:nvSpPr>
            <p:cNvPr id="7" name="コンテンツ プレースホルダー 26">
              <a:extLst>
                <a:ext uri="{FF2B5EF4-FFF2-40B4-BE49-F238E27FC236}">
                  <a16:creationId xmlns:a16="http://schemas.microsoft.com/office/drawing/2014/main" id="{263C9ABB-F60E-3154-524C-9DFE78499210}"/>
                </a:ext>
              </a:extLst>
            </p:cNvPr>
            <p:cNvSpPr txBox="1">
              <a:spLocks/>
            </p:cNvSpPr>
            <p:nvPr/>
          </p:nvSpPr>
          <p:spPr>
            <a:xfrm>
              <a:off x="701568" y="2128838"/>
              <a:ext cx="8152448" cy="409816"/>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200" dirty="0">
                  <a:latin typeface="游ゴシック" panose="020B0400000000000000" pitchFamily="50" charset="-128"/>
                  <a:ea typeface="游ゴシック" panose="020B0400000000000000" pitchFamily="50" charset="-128"/>
                  <a:cs typeface="Yu Gothic"/>
                  <a:sym typeface="Yu Gothic"/>
                </a:rPr>
                <a:t>第二に、その非独立性を、モデルのどこに書き込んだか。誤差項か、説明変数か、係数の変動か。</a:t>
              </a:r>
            </a:p>
          </p:txBody>
        </p:sp>
      </p:grpSp>
      <p:grpSp>
        <p:nvGrpSpPr>
          <p:cNvPr id="26" name="グループ化 25">
            <a:extLst>
              <a:ext uri="{FF2B5EF4-FFF2-40B4-BE49-F238E27FC236}">
                <a16:creationId xmlns:a16="http://schemas.microsoft.com/office/drawing/2014/main" id="{FAA7B1E1-31B2-F273-95CF-A4C2531D9391}"/>
              </a:ext>
            </a:extLst>
          </p:cNvPr>
          <p:cNvGrpSpPr/>
          <p:nvPr/>
        </p:nvGrpSpPr>
        <p:grpSpPr>
          <a:xfrm>
            <a:off x="1060128" y="5371448"/>
            <a:ext cx="8214801" cy="453460"/>
            <a:chOff x="705055" y="4333767"/>
            <a:chExt cx="8214801" cy="453460"/>
          </a:xfrm>
        </p:grpSpPr>
        <p:pic>
          <p:nvPicPr>
            <p:cNvPr id="22" name="コンテンツ プレースホルダー 23">
              <a:extLst>
                <a:ext uri="{FF2B5EF4-FFF2-40B4-BE49-F238E27FC236}">
                  <a16:creationId xmlns:a16="http://schemas.microsoft.com/office/drawing/2014/main" id="{EBCD69CF-127C-540F-47F5-6E6F068B63B9}"/>
                </a:ext>
              </a:extLst>
            </p:cNvPr>
            <p:cNvPicPr>
              <a:picLocks/>
            </p:cNvPicPr>
            <p:nvPr/>
          </p:nvPicPr>
          <p:blipFill>
            <a:blip r:embed="rId2"/>
            <a:stretch>
              <a:fillRect/>
            </a:stretch>
          </p:blipFill>
          <p:spPr>
            <a:xfrm>
              <a:off x="705055" y="4333767"/>
              <a:ext cx="8152448" cy="443012"/>
            </a:xfrm>
            <a:prstGeom prst="rect">
              <a:avLst/>
            </a:prstGeom>
          </p:spPr>
        </p:pic>
        <p:sp>
          <p:nvSpPr>
            <p:cNvPr id="14" name="コンテンツ プレースホルダー 26">
              <a:extLst>
                <a:ext uri="{FF2B5EF4-FFF2-40B4-BE49-F238E27FC236}">
                  <a16:creationId xmlns:a16="http://schemas.microsoft.com/office/drawing/2014/main" id="{139EF688-1EF6-2E1E-08A6-167EB6CC2259}"/>
                </a:ext>
              </a:extLst>
            </p:cNvPr>
            <p:cNvSpPr txBox="1">
              <a:spLocks/>
            </p:cNvSpPr>
            <p:nvPr/>
          </p:nvSpPr>
          <p:spPr>
            <a:xfrm>
              <a:off x="767408" y="4377411"/>
              <a:ext cx="8152448" cy="409816"/>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200" dirty="0">
                  <a:latin typeface="游ゴシック" panose="020B0400000000000000" pitchFamily="50" charset="-128"/>
                  <a:ea typeface="游ゴシック" panose="020B0400000000000000" pitchFamily="50" charset="-128"/>
                  <a:cs typeface="Yu Gothic"/>
                  <a:sym typeface="Yu Gothic"/>
                </a:rPr>
                <a:t>第四に、その定式化は何を主張しているか。</a:t>
              </a:r>
            </a:p>
          </p:txBody>
        </p:sp>
      </p:grpSp>
      <p:grpSp>
        <p:nvGrpSpPr>
          <p:cNvPr id="27" name="グループ化 26">
            <a:extLst>
              <a:ext uri="{FF2B5EF4-FFF2-40B4-BE49-F238E27FC236}">
                <a16:creationId xmlns:a16="http://schemas.microsoft.com/office/drawing/2014/main" id="{3FAA0752-5386-32C6-0269-D05A7231542A}"/>
              </a:ext>
            </a:extLst>
          </p:cNvPr>
          <p:cNvGrpSpPr/>
          <p:nvPr/>
        </p:nvGrpSpPr>
        <p:grpSpPr>
          <a:xfrm>
            <a:off x="1060128" y="4034067"/>
            <a:ext cx="8152448" cy="443012"/>
            <a:chOff x="630466" y="2894914"/>
            <a:chExt cx="8152448" cy="443012"/>
          </a:xfrm>
        </p:grpSpPr>
        <p:pic>
          <p:nvPicPr>
            <p:cNvPr id="19" name="コンテンツ プレースホルダー 23">
              <a:extLst>
                <a:ext uri="{FF2B5EF4-FFF2-40B4-BE49-F238E27FC236}">
                  <a16:creationId xmlns:a16="http://schemas.microsoft.com/office/drawing/2014/main" id="{DE2C9CE7-CA30-6371-3C44-ADC352505852}"/>
                </a:ext>
              </a:extLst>
            </p:cNvPr>
            <p:cNvPicPr>
              <a:picLocks/>
            </p:cNvPicPr>
            <p:nvPr/>
          </p:nvPicPr>
          <p:blipFill>
            <a:blip r:embed="rId2"/>
            <a:stretch>
              <a:fillRect/>
            </a:stretch>
          </p:blipFill>
          <p:spPr>
            <a:xfrm>
              <a:off x="630466" y="2894914"/>
              <a:ext cx="8152448" cy="443012"/>
            </a:xfrm>
            <a:prstGeom prst="rect">
              <a:avLst/>
            </a:prstGeom>
          </p:spPr>
        </p:pic>
        <p:sp>
          <p:nvSpPr>
            <p:cNvPr id="11" name="コンテンツ プレースホルダー 26">
              <a:extLst>
                <a:ext uri="{FF2B5EF4-FFF2-40B4-BE49-F238E27FC236}">
                  <a16:creationId xmlns:a16="http://schemas.microsoft.com/office/drawing/2014/main" id="{8A65F6A2-E9AD-92A0-18E3-9F909BCDA6B5}"/>
                </a:ext>
              </a:extLst>
            </p:cNvPr>
            <p:cNvSpPr txBox="1">
              <a:spLocks/>
            </p:cNvSpPr>
            <p:nvPr/>
          </p:nvSpPr>
          <p:spPr>
            <a:xfrm>
              <a:off x="685745" y="2949523"/>
              <a:ext cx="8090095" cy="281728"/>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buFont typeface="Arial" panose="020B0604020202020204" pitchFamily="34" charset="0"/>
                <a:buNone/>
              </a:pPr>
              <a:r>
                <a:rPr lang="ja-JP" altLang="en-US" sz="1200" dirty="0">
                  <a:latin typeface="游ゴシック" panose="020B0400000000000000" pitchFamily="50" charset="-128"/>
                  <a:ea typeface="游ゴシック" panose="020B0400000000000000" pitchFamily="50" charset="-128"/>
                  <a:cs typeface="Yu Gothic"/>
                  <a:sym typeface="Yu Gothic"/>
                </a:rPr>
                <a:t>第三に、書き込まなかった場合、推定量のどの性質が損なわれるか。不偏性か、有効性か、標準誤差の妥当性か。</a:t>
              </a:r>
            </a:p>
          </p:txBody>
        </p:sp>
      </p:grpSp>
      <p:sp>
        <p:nvSpPr>
          <p:cNvPr id="29" name="コンテンツ プレースホルダー 18">
            <a:extLst>
              <a:ext uri="{FF2B5EF4-FFF2-40B4-BE49-F238E27FC236}">
                <a16:creationId xmlns:a16="http://schemas.microsoft.com/office/drawing/2014/main" id="{38057242-6003-0B36-A08C-8444C3A8A61A}"/>
              </a:ext>
            </a:extLst>
          </p:cNvPr>
          <p:cNvSpPr txBox="1">
            <a:spLocks/>
          </p:cNvSpPr>
          <p:nvPr/>
        </p:nvSpPr>
        <p:spPr>
          <a:xfrm>
            <a:off x="1631504" y="1749208"/>
            <a:ext cx="9865096" cy="823241"/>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en-US" altLang="ja-JP" sz="1200" dirty="0">
                <a:latin typeface="游ゴシック" panose="020B0400000000000000" pitchFamily="50" charset="-128"/>
                <a:ea typeface="游ゴシック" panose="020B0400000000000000" pitchFamily="50" charset="-128"/>
                <a:cs typeface="Yu Gothic"/>
                <a:sym typeface="Yu Gothic"/>
              </a:rPr>
              <a:t>OLS</a:t>
            </a:r>
            <a:r>
              <a:rPr lang="ja-JP" altLang="en-US" sz="1200" dirty="0">
                <a:latin typeface="游ゴシック" panose="020B0400000000000000" pitchFamily="50" charset="-128"/>
                <a:ea typeface="游ゴシック" panose="020B0400000000000000" pitchFamily="50" charset="-128"/>
                <a:cs typeface="Yu Gothic"/>
                <a:sym typeface="Yu Gothic"/>
              </a:rPr>
              <a:t>残差に空間的な依存関係が想定される。</a:t>
            </a:r>
            <a:endParaRPr lang="en-US" altLang="ja-JP" sz="1200" dirty="0">
              <a:latin typeface="游ゴシック" panose="020B0400000000000000" pitchFamily="50" charset="-128"/>
              <a:ea typeface="游ゴシック" panose="020B0400000000000000" pitchFamily="50" charset="-128"/>
              <a:cs typeface="Yu Gothic"/>
              <a:sym typeface="Yu Gothic"/>
            </a:endParaRPr>
          </a:p>
          <a:p>
            <a:pPr marL="0" indent="0">
              <a:lnSpc>
                <a:spcPct val="135000"/>
              </a:lnSpc>
              <a:spcBef>
                <a:spcPts val="0"/>
              </a:spcBef>
              <a:spcAft>
                <a:spcPts val="700"/>
              </a:spcAft>
              <a:buFont typeface="Arial" panose="020B0604020202020204" pitchFamily="34" charset="0"/>
              <a:buNone/>
            </a:pPr>
            <a:r>
              <a:rPr lang="ja-JP" altLang="en-US" sz="1200" dirty="0">
                <a:latin typeface="游ゴシック" panose="020B0400000000000000" pitchFamily="50" charset="-128"/>
                <a:ea typeface="游ゴシック" panose="020B0400000000000000" pitchFamily="50" charset="-128"/>
                <a:cs typeface="Yu Gothic"/>
                <a:sym typeface="Yu Gothic"/>
              </a:rPr>
              <a:t>根拠は統計的検定（選定したモデル</a:t>
            </a:r>
            <a:r>
              <a:rPr lang="en-US" altLang="ja-JP" sz="1200" dirty="0">
                <a:latin typeface="游ゴシック" panose="020B0400000000000000" pitchFamily="50" charset="-128"/>
                <a:ea typeface="游ゴシック" panose="020B0400000000000000" pitchFamily="50" charset="-128"/>
                <a:cs typeface="Yu Gothic"/>
                <a:sym typeface="Yu Gothic"/>
              </a:rPr>
              <a:t>C6</a:t>
            </a:r>
            <a:r>
              <a:rPr lang="ja-JP" altLang="en-US" sz="1200" dirty="0">
                <a:latin typeface="游ゴシック" panose="020B0400000000000000" pitchFamily="50" charset="-128"/>
                <a:ea typeface="游ゴシック" panose="020B0400000000000000" pitchFamily="50" charset="-128"/>
                <a:cs typeface="Yu Gothic"/>
                <a:sym typeface="Yu Gothic"/>
              </a:rPr>
              <a:t>の</a:t>
            </a:r>
            <a:r>
              <a:rPr lang="en-US" altLang="ja-JP" sz="1200" dirty="0">
                <a:latin typeface="游ゴシック" panose="020B0400000000000000" pitchFamily="50" charset="-128"/>
                <a:ea typeface="游ゴシック" panose="020B0400000000000000" pitchFamily="50" charset="-128"/>
                <a:cs typeface="Yu Gothic"/>
                <a:sym typeface="Yu Gothic"/>
              </a:rPr>
              <a:t>OLS </a:t>
            </a:r>
            <a:r>
              <a:rPr lang="ja-JP" altLang="en-US" sz="1200" dirty="0">
                <a:latin typeface="游ゴシック" panose="020B0400000000000000" pitchFamily="50" charset="-128"/>
                <a:ea typeface="游ゴシック" panose="020B0400000000000000" pitchFamily="50" charset="-128"/>
                <a:cs typeface="Yu Gothic"/>
                <a:sym typeface="Yu Gothic"/>
              </a:rPr>
              <a:t>残差の</a:t>
            </a:r>
            <a:r>
              <a:rPr lang="en-US" altLang="ja-JP" sz="1200" dirty="0">
                <a:latin typeface="游ゴシック" panose="020B0400000000000000" pitchFamily="50" charset="-128"/>
                <a:ea typeface="游ゴシック" panose="020B0400000000000000" pitchFamily="50" charset="-128"/>
                <a:cs typeface="Yu Gothic"/>
                <a:sym typeface="Yu Gothic"/>
              </a:rPr>
              <a:t>Moran‘s I</a:t>
            </a:r>
            <a:r>
              <a:rPr lang="ja-JP" altLang="en-US" sz="1200" dirty="0">
                <a:latin typeface="游ゴシック" panose="020B0400000000000000" pitchFamily="50" charset="-128"/>
                <a:ea typeface="游ゴシック" panose="020B0400000000000000" pitchFamily="50" charset="-128"/>
                <a:cs typeface="Yu Gothic"/>
                <a:sym typeface="Yu Gothic"/>
              </a:rPr>
              <a:t>は</a:t>
            </a:r>
            <a:r>
              <a:rPr lang="en-US" altLang="ja-JP" sz="1200" dirty="0">
                <a:latin typeface="游ゴシック" panose="020B0400000000000000" pitchFamily="50" charset="-128"/>
                <a:ea typeface="游ゴシック" panose="020B0400000000000000" pitchFamily="50" charset="-128"/>
                <a:cs typeface="Yu Gothic"/>
                <a:sym typeface="Yu Gothic"/>
              </a:rPr>
              <a:t>”0.407”</a:t>
            </a:r>
            <a:r>
              <a:rPr lang="ja-JP" altLang="en-US" sz="1200" dirty="0">
                <a:latin typeface="游ゴシック" panose="020B0400000000000000" pitchFamily="50" charset="-128"/>
                <a:ea typeface="游ゴシック" panose="020B0400000000000000" pitchFamily="50" charset="-128"/>
                <a:cs typeface="Yu Gothic"/>
                <a:sym typeface="Yu Gothic"/>
              </a:rPr>
              <a:t>）と知識の両方。</a:t>
            </a:r>
            <a:endParaRPr lang="en-US" altLang="ja-JP" sz="1200" dirty="0">
              <a:latin typeface="游ゴシック" panose="020B0400000000000000" pitchFamily="50" charset="-128"/>
              <a:ea typeface="游ゴシック" panose="020B0400000000000000" pitchFamily="50" charset="-128"/>
              <a:cs typeface="Yu Gothic"/>
              <a:sym typeface="Yu Gothic"/>
            </a:endParaRPr>
          </a:p>
        </p:txBody>
      </p:sp>
      <p:sp>
        <p:nvSpPr>
          <p:cNvPr id="32" name="コンテンツ プレースホルダー 18">
            <a:extLst>
              <a:ext uri="{FF2B5EF4-FFF2-40B4-BE49-F238E27FC236}">
                <a16:creationId xmlns:a16="http://schemas.microsoft.com/office/drawing/2014/main" id="{30C1840E-F419-F308-DC3E-42DCC043CB3A}"/>
              </a:ext>
            </a:extLst>
          </p:cNvPr>
          <p:cNvSpPr txBox="1">
            <a:spLocks/>
          </p:cNvSpPr>
          <p:nvPr/>
        </p:nvSpPr>
        <p:spPr>
          <a:xfrm>
            <a:off x="1631504" y="3175315"/>
            <a:ext cx="9865096" cy="823241"/>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ja-JP" altLang="en-US" sz="1200" dirty="0">
                <a:latin typeface="游ゴシック" panose="020B0400000000000000" pitchFamily="50" charset="-128"/>
                <a:ea typeface="游ゴシック" panose="020B0400000000000000" pitchFamily="50" charset="-128"/>
                <a:cs typeface="Yu Gothic"/>
                <a:sym typeface="Yu Gothic"/>
              </a:rPr>
              <a:t>誤差項に書き込んだ。</a:t>
            </a:r>
            <a:endParaRPr lang="en-US" altLang="ja-JP" sz="1200" dirty="0">
              <a:latin typeface="游ゴシック" panose="020B0400000000000000" pitchFamily="50" charset="-128"/>
              <a:ea typeface="游ゴシック" panose="020B0400000000000000" pitchFamily="50" charset="-128"/>
              <a:cs typeface="Yu Gothic"/>
              <a:sym typeface="Yu Gothic"/>
            </a:endParaRPr>
          </a:p>
          <a:p>
            <a:pPr marL="0" indent="0">
              <a:lnSpc>
                <a:spcPct val="135000"/>
              </a:lnSpc>
              <a:spcBef>
                <a:spcPts val="0"/>
              </a:spcBef>
              <a:spcAft>
                <a:spcPts val="700"/>
              </a:spcAft>
              <a:buFont typeface="Arial" panose="020B0604020202020204" pitchFamily="34" charset="0"/>
              <a:buNone/>
            </a:pPr>
            <a:r>
              <a:rPr lang="ja-JP" altLang="en-US" sz="1200" dirty="0">
                <a:latin typeface="游ゴシック" panose="020B0400000000000000" pitchFamily="50" charset="-128"/>
                <a:ea typeface="游ゴシック" panose="020B0400000000000000" pitchFamily="50" charset="-128"/>
                <a:cs typeface="Yu Gothic"/>
                <a:sym typeface="Yu Gothic"/>
              </a:rPr>
              <a:t>誤差項を</a:t>
            </a:r>
            <a:r>
              <a:rPr lang="en-US" altLang="ja-JP" sz="1200" dirty="0">
                <a:latin typeface="游ゴシック" panose="020B0400000000000000" pitchFamily="50" charset="-128"/>
                <a:ea typeface="游ゴシック" panose="020B0400000000000000" pitchFamily="50" charset="-128"/>
                <a:cs typeface="Yu Gothic"/>
                <a:sym typeface="Yu Gothic"/>
              </a:rPr>
              <a:t>φ</a:t>
            </a:r>
            <a:r>
              <a:rPr lang="ja-JP" altLang="en-US" sz="1200" dirty="0">
                <a:latin typeface="游ゴシック" panose="020B0400000000000000" pitchFamily="50" charset="-128"/>
                <a:ea typeface="游ゴシック" panose="020B0400000000000000" pitchFamily="50" charset="-128"/>
                <a:cs typeface="Yu Gothic"/>
                <a:sym typeface="Yu Gothic"/>
              </a:rPr>
              <a:t>（空間構造）と</a:t>
            </a:r>
            <a:r>
              <a:rPr lang="en-US" altLang="ja-JP" sz="1200" dirty="0">
                <a:latin typeface="游ゴシック" panose="020B0400000000000000" pitchFamily="50" charset="-128"/>
                <a:ea typeface="游ゴシック" panose="020B0400000000000000" pitchFamily="50" charset="-128"/>
                <a:cs typeface="Yu Gothic"/>
                <a:sym typeface="Yu Gothic"/>
              </a:rPr>
              <a:t>ε</a:t>
            </a:r>
            <a:r>
              <a:rPr lang="ja-JP" altLang="en-US" sz="1200" dirty="0">
                <a:latin typeface="游ゴシック" panose="020B0400000000000000" pitchFamily="50" charset="-128"/>
                <a:ea typeface="游ゴシック" panose="020B0400000000000000" pitchFamily="50" charset="-128"/>
                <a:cs typeface="Yu Gothic"/>
                <a:sym typeface="Yu Gothic"/>
              </a:rPr>
              <a:t>（独立）に分解。</a:t>
            </a:r>
            <a:r>
              <a:rPr lang="el-GR" altLang="ja-JP" sz="1200" dirty="0">
                <a:latin typeface="游ゴシック" panose="020B0400000000000000" pitchFamily="50" charset="-128"/>
                <a:ea typeface="游ゴシック" panose="020B0400000000000000" pitchFamily="50" charset="-128"/>
                <a:cs typeface="Yu Gothic"/>
                <a:sym typeface="Yu Gothic"/>
              </a:rPr>
              <a:t>φ</a:t>
            </a:r>
            <a:r>
              <a:rPr lang="ja-JP" altLang="en-US" sz="1200" dirty="0">
                <a:latin typeface="游ゴシック" panose="020B0400000000000000" pitchFamily="50" charset="-128"/>
                <a:ea typeface="游ゴシック" panose="020B0400000000000000" pitchFamily="50" charset="-128"/>
                <a:cs typeface="Yu Gothic"/>
                <a:sym typeface="Yu Gothic"/>
              </a:rPr>
              <a:t>に</a:t>
            </a:r>
            <a:r>
              <a:rPr lang="en-US" altLang="ja-JP" sz="1200" dirty="0">
                <a:latin typeface="游ゴシック" panose="020B0400000000000000" pitchFamily="50" charset="-128"/>
                <a:ea typeface="游ゴシック" panose="020B0400000000000000" pitchFamily="50" charset="-128"/>
                <a:cs typeface="Yu Gothic"/>
                <a:sym typeface="Yu Gothic"/>
              </a:rPr>
              <a:t>Leroux CAR</a:t>
            </a:r>
            <a:r>
              <a:rPr lang="ja-JP" altLang="en-US" sz="1200" dirty="0">
                <a:latin typeface="游ゴシック" panose="020B0400000000000000" pitchFamily="50" charset="-128"/>
                <a:ea typeface="游ゴシック" panose="020B0400000000000000" pitchFamily="50" charset="-128"/>
                <a:cs typeface="Yu Gothic"/>
                <a:sym typeface="Yu Gothic"/>
              </a:rPr>
              <a:t>の同時分布を与えた。</a:t>
            </a:r>
            <a:endParaRPr lang="en-US" altLang="ja-JP" sz="1200" dirty="0">
              <a:latin typeface="游ゴシック" panose="020B0400000000000000" pitchFamily="50" charset="-128"/>
              <a:ea typeface="游ゴシック" panose="020B0400000000000000" pitchFamily="50" charset="-128"/>
              <a:cs typeface="Yu Gothic"/>
              <a:sym typeface="Yu Gothic"/>
            </a:endParaRPr>
          </a:p>
        </p:txBody>
      </p:sp>
      <p:sp>
        <p:nvSpPr>
          <p:cNvPr id="36" name="コンテンツ プレースホルダー 18">
            <a:extLst>
              <a:ext uri="{FF2B5EF4-FFF2-40B4-BE49-F238E27FC236}">
                <a16:creationId xmlns:a16="http://schemas.microsoft.com/office/drawing/2014/main" id="{9271ED51-1A27-1CA6-23B2-E5C464912BB5}"/>
              </a:ext>
            </a:extLst>
          </p:cNvPr>
          <p:cNvSpPr txBox="1">
            <a:spLocks/>
          </p:cNvSpPr>
          <p:nvPr/>
        </p:nvSpPr>
        <p:spPr>
          <a:xfrm>
            <a:off x="1631504" y="4512590"/>
            <a:ext cx="9865096" cy="823241"/>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Font typeface="Arial" panose="020B0604020202020204" pitchFamily="34" charset="0"/>
              <a:buNone/>
            </a:pPr>
            <a:r>
              <a:rPr lang="en-US" altLang="ja-JP" sz="1200" dirty="0">
                <a:latin typeface="游ゴシック" panose="020B0400000000000000" pitchFamily="50" charset="-128"/>
                <a:ea typeface="游ゴシック" panose="020B0400000000000000" pitchFamily="50" charset="-128"/>
                <a:cs typeface="Yu Gothic"/>
                <a:sym typeface="Yu Gothic"/>
              </a:rPr>
              <a:t>OLS</a:t>
            </a:r>
            <a:r>
              <a:rPr lang="ja-JP" altLang="en-US" sz="1200" dirty="0">
                <a:latin typeface="游ゴシック" panose="020B0400000000000000" pitchFamily="50" charset="-128"/>
                <a:ea typeface="游ゴシック" panose="020B0400000000000000" pitchFamily="50" charset="-128"/>
                <a:cs typeface="Yu Gothic"/>
                <a:sym typeface="Yu Gothic"/>
              </a:rPr>
              <a:t>推定量が</a:t>
            </a:r>
            <a:r>
              <a:rPr lang="en-US" altLang="ja-JP" sz="1200" dirty="0">
                <a:latin typeface="游ゴシック" panose="020B0400000000000000" pitchFamily="50" charset="-128"/>
                <a:ea typeface="游ゴシック" panose="020B0400000000000000" pitchFamily="50" charset="-128"/>
                <a:cs typeface="Yu Gothic"/>
                <a:sym typeface="Yu Gothic"/>
              </a:rPr>
              <a:t>BLUE</a:t>
            </a:r>
            <a:r>
              <a:rPr lang="ja-JP" altLang="en-US" sz="1200" dirty="0">
                <a:latin typeface="游ゴシック" panose="020B0400000000000000" pitchFamily="50" charset="-128"/>
                <a:ea typeface="游ゴシック" panose="020B0400000000000000" pitchFamily="50" charset="-128"/>
                <a:cs typeface="Yu Gothic"/>
                <a:sym typeface="Yu Gothic"/>
              </a:rPr>
              <a:t>でなくなることにより有効性が損なわれる。また、標準誤差が過少に評価され妥当性が損なわれる。</a:t>
            </a:r>
            <a:endParaRPr lang="en-US" altLang="ja-JP" sz="1200" dirty="0">
              <a:latin typeface="游ゴシック" panose="020B0400000000000000" pitchFamily="50" charset="-128"/>
              <a:ea typeface="游ゴシック" panose="020B0400000000000000" pitchFamily="50" charset="-128"/>
              <a:cs typeface="Yu Gothic"/>
              <a:sym typeface="Yu Gothic"/>
            </a:endParaRPr>
          </a:p>
          <a:p>
            <a:pPr marL="0" indent="0">
              <a:lnSpc>
                <a:spcPct val="135000"/>
              </a:lnSpc>
              <a:spcBef>
                <a:spcPts val="0"/>
              </a:spcBef>
              <a:spcAft>
                <a:spcPts val="700"/>
              </a:spcAft>
              <a:buFont typeface="Arial" panose="020B0604020202020204" pitchFamily="34" charset="0"/>
              <a:buNone/>
            </a:pPr>
            <a:r>
              <a:rPr lang="ja-JP" altLang="en-US" sz="1200" dirty="0">
                <a:latin typeface="游ゴシック" panose="020B0400000000000000" pitchFamily="50" charset="-128"/>
                <a:ea typeface="游ゴシック" panose="020B0400000000000000" pitchFamily="50" charset="-128"/>
                <a:cs typeface="Yu Gothic"/>
                <a:sym typeface="Yu Gothic"/>
              </a:rPr>
              <a:t>（残差の期待値がゼロであれば空間相関があっても不偏性は保たれる。）</a:t>
            </a:r>
            <a:endParaRPr lang="en-US" altLang="ja-JP" sz="1200" dirty="0">
              <a:latin typeface="游ゴシック" panose="020B0400000000000000" pitchFamily="50" charset="-128"/>
              <a:ea typeface="游ゴシック" panose="020B0400000000000000" pitchFamily="50" charset="-128"/>
              <a:cs typeface="Yu Gothic"/>
              <a:sym typeface="Yu Gothic"/>
            </a:endParaRPr>
          </a:p>
        </p:txBody>
      </p:sp>
      <p:sp>
        <p:nvSpPr>
          <p:cNvPr id="39" name="コンテンツ プレースホルダー 18">
            <a:extLst>
              <a:ext uri="{FF2B5EF4-FFF2-40B4-BE49-F238E27FC236}">
                <a16:creationId xmlns:a16="http://schemas.microsoft.com/office/drawing/2014/main" id="{20DC20F0-D6BE-E741-2B91-18FC35FF4755}"/>
              </a:ext>
            </a:extLst>
          </p:cNvPr>
          <p:cNvSpPr txBox="1">
            <a:spLocks/>
          </p:cNvSpPr>
          <p:nvPr/>
        </p:nvSpPr>
        <p:spPr>
          <a:xfrm>
            <a:off x="1631504" y="5846505"/>
            <a:ext cx="9865096" cy="444568"/>
          </a:xfr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5000"/>
              </a:lnSpc>
              <a:spcBef>
                <a:spcPts val="0"/>
              </a:spcBef>
              <a:spcAft>
                <a:spcPts val="700"/>
              </a:spcAft>
              <a:buNone/>
            </a:pPr>
            <a:r>
              <a:rPr lang="el-GR" altLang="ja-JP" sz="1200" dirty="0">
                <a:latin typeface="游ゴシック" panose="020B0400000000000000" pitchFamily="50" charset="-128"/>
                <a:ea typeface="游ゴシック" panose="020B0400000000000000" pitchFamily="50" charset="-128"/>
                <a:cs typeface="Yu Gothic"/>
                <a:sym typeface="Yu Gothic"/>
              </a:rPr>
              <a:t>φ</a:t>
            </a:r>
            <a:r>
              <a:rPr lang="ja-JP" altLang="en-US" sz="1200" dirty="0">
                <a:latin typeface="游ゴシック" panose="020B0400000000000000" pitchFamily="50" charset="-128"/>
                <a:ea typeface="游ゴシック" panose="020B0400000000000000" pitchFamily="50" charset="-128"/>
                <a:cs typeface="Yu Gothic"/>
                <a:sym typeface="Yu Gothic"/>
              </a:rPr>
              <a:t>の条件付き期待値は隣接街区の平均に比例すると主張。（</a:t>
            </a:r>
            <a:r>
              <a:rPr lang="en-US" altLang="ja-JP" sz="1200" dirty="0">
                <a:latin typeface="游ゴシック" panose="020B0400000000000000" pitchFamily="50" charset="-128"/>
                <a:ea typeface="游ゴシック" panose="020B0400000000000000" pitchFamily="50" charset="-128"/>
                <a:cs typeface="Yu Gothic"/>
                <a:sym typeface="Yu Gothic"/>
              </a:rPr>
              <a:t> Leroux CAR </a:t>
            </a:r>
            <a:r>
              <a:rPr lang="ja-JP" altLang="en-US" sz="1200" dirty="0">
                <a:latin typeface="游ゴシック" panose="020B0400000000000000" pitchFamily="50" charset="-128"/>
                <a:ea typeface="游ゴシック" panose="020B0400000000000000" pitchFamily="50" charset="-128"/>
                <a:cs typeface="Yu Gothic"/>
                <a:sym typeface="Yu Gothic"/>
              </a:rPr>
              <a:t>モデル）</a:t>
            </a:r>
            <a:endParaRPr lang="en-US" altLang="ja-JP" sz="1200" dirty="0">
              <a:latin typeface="游ゴシック" panose="020B0400000000000000" pitchFamily="50" charset="-128"/>
              <a:ea typeface="游ゴシック" panose="020B0400000000000000" pitchFamily="50" charset="-128"/>
              <a:cs typeface="Yu Gothic"/>
              <a:sym typeface="Yu Gothic"/>
            </a:endParaRPr>
          </a:p>
        </p:txBody>
      </p:sp>
    </p:spTree>
    <p:extLst>
      <p:ext uri="{BB962C8B-B14F-4D97-AF65-F5344CB8AC3E}">
        <p14:creationId xmlns:p14="http://schemas.microsoft.com/office/powerpoint/2010/main" val="972254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A812E-1652-A229-B3BC-3A31BC90E086}"/>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BF105F5-773E-627E-9CC6-962264979B42}"/>
              </a:ext>
            </a:extLst>
          </p:cNvPr>
          <p:cNvSpPr>
            <a:spLocks noGrp="1"/>
          </p:cNvSpPr>
          <p:nvPr>
            <p:ph/>
          </p:nvPr>
        </p:nvSpPr>
        <p:spPr>
          <a:xfrm>
            <a:off x="767408" y="1700808"/>
            <a:ext cx="11064240" cy="1061872"/>
          </a:xfrm>
        </p:spPr>
        <p:txBody>
          <a:bodyPr/>
          <a:lstStyle/>
          <a:p>
            <a:pPr marL="0" indent="0">
              <a:spcBef>
                <a:spcPts val="0"/>
              </a:spcBef>
              <a:buNone/>
            </a:pPr>
            <a:r>
              <a:rPr lang="ja-JP" altLang="en-US" sz="2700" b="1" dirty="0">
                <a:solidFill>
                  <a:srgbClr val="102A43">
                    <a:alpha val="100000"/>
                  </a:srgbClr>
                </a:solidFill>
                <a:latin typeface="Yu Gothic"/>
                <a:cs typeface="Yu Gothic"/>
                <a:sym typeface="Yu Gothic"/>
              </a:rPr>
              <a:t>参考：　次スライド以下、今回の分析の流れを</a:t>
            </a:r>
            <a:r>
              <a:rPr lang="en-US" altLang="ja-JP" sz="2700" b="1" dirty="0" err="1">
                <a:solidFill>
                  <a:srgbClr val="102A43">
                    <a:alpha val="100000"/>
                  </a:srgbClr>
                </a:solidFill>
                <a:latin typeface="Yu Gothic"/>
                <a:cs typeface="Yu Gothic"/>
                <a:sym typeface="Yu Gothic"/>
              </a:rPr>
              <a:t>ClaudeCode</a:t>
            </a:r>
            <a:r>
              <a:rPr lang="ja-JP" altLang="en-US" sz="2700" b="1" dirty="0">
                <a:solidFill>
                  <a:srgbClr val="102A43">
                    <a:alpha val="100000"/>
                  </a:srgbClr>
                </a:solidFill>
                <a:latin typeface="Yu Gothic"/>
                <a:cs typeface="Yu Gothic"/>
                <a:sym typeface="Yu Gothic"/>
              </a:rPr>
              <a:t>により出力したものをそのまま添付。（未編集）</a:t>
            </a:r>
            <a:endParaRPr lang="ja-JP" altLang="en-US" sz="2800" b="1" dirty="0">
              <a:solidFill>
                <a:srgbClr val="102A43">
                  <a:alpha val="100000"/>
                </a:srgbClr>
              </a:solidFill>
              <a:latin typeface="Yu Gothic"/>
              <a:cs typeface="Yu Gothic"/>
              <a:sym typeface="Yu Gothic"/>
            </a:endParaRPr>
          </a:p>
        </p:txBody>
      </p:sp>
      <p:pic>
        <p:nvPicPr>
          <p:cNvPr id="6" name="図 5">
            <a:extLst>
              <a:ext uri="{FF2B5EF4-FFF2-40B4-BE49-F238E27FC236}">
                <a16:creationId xmlns:a16="http://schemas.microsoft.com/office/drawing/2014/main" id="{FC80D772-3405-D699-0582-4DEFC77430A0}"/>
              </a:ext>
            </a:extLst>
          </p:cNvPr>
          <p:cNvPicPr>
            <a:picLocks noChangeAspect="1"/>
          </p:cNvPicPr>
          <p:nvPr/>
        </p:nvPicPr>
        <p:blipFill>
          <a:blip r:embed="rId2"/>
          <a:stretch>
            <a:fillRect/>
          </a:stretch>
        </p:blipFill>
        <p:spPr>
          <a:xfrm>
            <a:off x="1415480" y="4073509"/>
            <a:ext cx="9869277" cy="1086002"/>
          </a:xfrm>
          <a:prstGeom prst="rect">
            <a:avLst/>
          </a:prstGeom>
        </p:spPr>
      </p:pic>
    </p:spTree>
    <p:extLst>
      <p:ext uri="{BB962C8B-B14F-4D97-AF65-F5344CB8AC3E}">
        <p14:creationId xmlns:p14="http://schemas.microsoft.com/office/powerpoint/2010/main" val="1116869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分析の流れ</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9 回の対話で進んだ分析：6 つのステップ</a:t>
            </a:r>
          </a:p>
        </p:txBody>
      </p:sp>
      <p:pic>
        <p:nvPicPr>
          <p:cNvPr id="4" name="コンテンツ プレースホルダー 3"/>
          <p:cNvPicPr>
            <a:picLocks noGrp="1"/>
          </p:cNvPicPr>
          <p:nvPr>
            <p:ph/>
          </p:nvPr>
        </p:nvPicPr>
        <p:blipFill>
          <a:blip r:embed="rId2"/>
          <a:stretch>
            <a:fillRect/>
          </a:stretch>
        </p:blipFill>
        <p:spPr>
          <a:xfrm>
            <a:off x="566928" y="1691640"/>
            <a:ext cx="3520440" cy="1828800"/>
          </a:xfrm>
          <a:prstGeom prst="rect">
            <a:avLst/>
          </a:prstGeom>
        </p:spPr>
      </p:pic>
      <p:sp>
        <p:nvSpPr>
          <p:cNvPr id="5" name="コンテンツ プレースホルダー 4"/>
          <p:cNvSpPr>
            <a:spLocks noGrp="1"/>
          </p:cNvSpPr>
          <p:nvPr>
            <p:ph/>
          </p:nvPr>
        </p:nvSpPr>
        <p:spPr>
          <a:xfrm>
            <a:off x="768096" y="183794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1</a:t>
            </a:r>
          </a:p>
        </p:txBody>
      </p:sp>
      <p:sp>
        <p:nvSpPr>
          <p:cNvPr id="6" name="コンテンツ プレースホルダー 5"/>
          <p:cNvSpPr>
            <a:spLocks noGrp="1"/>
          </p:cNvSpPr>
          <p:nvPr>
            <p:ph/>
          </p:nvPr>
        </p:nvSpPr>
        <p:spPr>
          <a:xfrm>
            <a:off x="1344168" y="1892808"/>
            <a:ext cx="2560320" cy="347472"/>
          </a:xfrm>
        </p:spPr>
        <p:txBody>
          <a:bodyPr/>
          <a:lstStyle/>
          <a:p>
            <a:pPr marL="0" marR="0" indent="0" algn="l">
              <a:lnSpc>
                <a:spcPct val="100000"/>
              </a:lnSpc>
              <a:spcBef>
                <a:spcPts val="0"/>
              </a:spcBef>
              <a:spcAft>
                <a:spcPts val="0"/>
              </a:spcAft>
              <a:buNone/>
            </a:pPr>
            <a:r>
              <a:rPr sz="1400" b="1" i="0" u="none" strike="noStrike" cap="none">
                <a:solidFill>
                  <a:srgbClr val="102A43">
                    <a:alpha val="100000"/>
                  </a:srgbClr>
                </a:solidFill>
                <a:latin typeface="Yu Gothic"/>
                <a:cs typeface="Yu Gothic"/>
                <a:sym typeface="Yu Gothic"/>
              </a:rPr>
              <a:t>基本統計量</a:t>
            </a:r>
          </a:p>
        </p:txBody>
      </p:sp>
      <p:sp>
        <p:nvSpPr>
          <p:cNvPr id="7" name="コンテンツ プレースホルダー 6"/>
          <p:cNvSpPr>
            <a:spLocks noGrp="1"/>
          </p:cNvSpPr>
          <p:nvPr>
            <p:ph/>
          </p:nvPr>
        </p:nvSpPr>
        <p:spPr>
          <a:xfrm>
            <a:off x="786384" y="2404872"/>
            <a:ext cx="3081528" cy="1005840"/>
          </a:xfrm>
        </p:spPr>
        <p:txBody>
          <a:bodyPr/>
          <a:lstStyle/>
          <a:p>
            <a:pPr marL="0" marR="0" indent="0" algn="l">
              <a:lnSpc>
                <a:spcPct val="135000"/>
              </a:lnSpc>
              <a:spcBef>
                <a:spcPts val="0"/>
              </a:spcBef>
              <a:spcAft>
                <a:spcPts val="0"/>
              </a:spcAft>
              <a:buNone/>
            </a:pPr>
            <a:r>
              <a:rPr sz="1150" b="0" i="0" u="none" strike="noStrike" cap="none">
                <a:solidFill>
                  <a:srgbClr val="5A7184">
                    <a:alpha val="100000"/>
                  </a:srgbClr>
                </a:solidFill>
                <a:latin typeface="Yu Gothic"/>
                <a:cs typeface="Yu Gothic"/>
                <a:sym typeface="Yu Gothic"/>
              </a:rPr>
              <a:t>spdep::boston を読み込み、20 変数の要約統計量・度数分布・相関行列を出力。</a:t>
            </a:r>
          </a:p>
        </p:txBody>
      </p:sp>
      <p:pic>
        <p:nvPicPr>
          <p:cNvPr id="8" name="コンテンツ プレースホルダー 7"/>
          <p:cNvPicPr>
            <a:picLocks noGrp="1"/>
          </p:cNvPicPr>
          <p:nvPr>
            <p:ph/>
          </p:nvPr>
        </p:nvPicPr>
        <p:blipFill>
          <a:blip r:embed="rId2"/>
          <a:stretch>
            <a:fillRect/>
          </a:stretch>
        </p:blipFill>
        <p:spPr>
          <a:xfrm>
            <a:off x="4352544" y="1691640"/>
            <a:ext cx="3520440" cy="1828800"/>
          </a:xfrm>
          <a:prstGeom prst="rect">
            <a:avLst/>
          </a:prstGeom>
        </p:spPr>
      </p:pic>
      <p:sp>
        <p:nvSpPr>
          <p:cNvPr id="9" name="コンテンツ プレースホルダー 8"/>
          <p:cNvSpPr>
            <a:spLocks noGrp="1"/>
          </p:cNvSpPr>
          <p:nvPr>
            <p:ph/>
          </p:nvPr>
        </p:nvSpPr>
        <p:spPr>
          <a:xfrm>
            <a:off x="4553712" y="183794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2</a:t>
            </a:r>
          </a:p>
        </p:txBody>
      </p:sp>
      <p:sp>
        <p:nvSpPr>
          <p:cNvPr id="10" name="コンテンツ プレースホルダー 9"/>
          <p:cNvSpPr>
            <a:spLocks noGrp="1"/>
          </p:cNvSpPr>
          <p:nvPr>
            <p:ph/>
          </p:nvPr>
        </p:nvSpPr>
        <p:spPr>
          <a:xfrm>
            <a:off x="5129784" y="1892808"/>
            <a:ext cx="2560320" cy="347472"/>
          </a:xfrm>
        </p:spPr>
        <p:txBody>
          <a:bodyPr/>
          <a:lstStyle/>
          <a:p>
            <a:pPr marL="0" marR="0" indent="0" algn="l">
              <a:lnSpc>
                <a:spcPct val="100000"/>
              </a:lnSpc>
              <a:spcBef>
                <a:spcPts val="0"/>
              </a:spcBef>
              <a:spcAft>
                <a:spcPts val="0"/>
              </a:spcAft>
              <a:buNone/>
            </a:pPr>
            <a:r>
              <a:rPr sz="1400" b="1" i="0" u="none" strike="noStrike" cap="none">
                <a:solidFill>
                  <a:srgbClr val="102A43">
                    <a:alpha val="100000"/>
                  </a:srgbClr>
                </a:solidFill>
                <a:latin typeface="Yu Gothic"/>
                <a:cs typeface="Yu Gothic"/>
                <a:sym typeface="Yu Gothic"/>
              </a:rPr>
              <a:t>モデル探索</a:t>
            </a:r>
          </a:p>
        </p:txBody>
      </p:sp>
      <p:sp>
        <p:nvSpPr>
          <p:cNvPr id="11" name="コンテンツ プレースホルダー 10"/>
          <p:cNvSpPr>
            <a:spLocks noGrp="1"/>
          </p:cNvSpPr>
          <p:nvPr>
            <p:ph/>
          </p:nvPr>
        </p:nvSpPr>
        <p:spPr>
          <a:xfrm>
            <a:off x="4572000" y="2404872"/>
            <a:ext cx="3081528" cy="1005840"/>
          </a:xfrm>
        </p:spPr>
        <p:txBody>
          <a:bodyPr/>
          <a:lstStyle/>
          <a:p>
            <a:pPr marL="0" marR="0" indent="0" algn="l">
              <a:lnSpc>
                <a:spcPct val="135000"/>
              </a:lnSpc>
              <a:spcBef>
                <a:spcPts val="0"/>
              </a:spcBef>
              <a:spcAft>
                <a:spcPts val="0"/>
              </a:spcAft>
              <a:buNone/>
            </a:pPr>
            <a:r>
              <a:rPr sz="1150" b="0" i="0" u="none" strike="noStrike" cap="none">
                <a:solidFill>
                  <a:srgbClr val="5A7184">
                    <a:alpha val="100000"/>
                  </a:srgbClr>
                </a:solidFill>
                <a:latin typeface="Yu Gothic"/>
                <a:cs typeface="Yu Gothic"/>
                <a:sym typeface="Yu Gothic"/>
              </a:rPr>
              <a:t>log(CMEDV) の重回帰を 6 段階で探索。交差検証 RMSE 0.1928 → 0.1602。</a:t>
            </a:r>
          </a:p>
        </p:txBody>
      </p:sp>
      <p:pic>
        <p:nvPicPr>
          <p:cNvPr id="12" name="コンテンツ プレースホルダー 11"/>
          <p:cNvPicPr>
            <a:picLocks noGrp="1"/>
          </p:cNvPicPr>
          <p:nvPr>
            <p:ph/>
          </p:nvPr>
        </p:nvPicPr>
        <p:blipFill>
          <a:blip r:embed="rId2"/>
          <a:stretch>
            <a:fillRect/>
          </a:stretch>
        </p:blipFill>
        <p:spPr>
          <a:xfrm>
            <a:off x="8138160" y="1691640"/>
            <a:ext cx="3520440" cy="1828800"/>
          </a:xfrm>
          <a:prstGeom prst="rect">
            <a:avLst/>
          </a:prstGeom>
        </p:spPr>
      </p:pic>
      <p:sp>
        <p:nvSpPr>
          <p:cNvPr id="13" name="コンテンツ プレースホルダー 12"/>
          <p:cNvSpPr>
            <a:spLocks noGrp="1"/>
          </p:cNvSpPr>
          <p:nvPr>
            <p:ph/>
          </p:nvPr>
        </p:nvSpPr>
        <p:spPr>
          <a:xfrm>
            <a:off x="8339328" y="183794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3</a:t>
            </a:r>
          </a:p>
        </p:txBody>
      </p:sp>
      <p:sp>
        <p:nvSpPr>
          <p:cNvPr id="14" name="コンテンツ プレースホルダー 13"/>
          <p:cNvSpPr>
            <a:spLocks noGrp="1"/>
          </p:cNvSpPr>
          <p:nvPr>
            <p:ph/>
          </p:nvPr>
        </p:nvSpPr>
        <p:spPr>
          <a:xfrm>
            <a:off x="8915400" y="1892808"/>
            <a:ext cx="2560320" cy="347472"/>
          </a:xfrm>
        </p:spPr>
        <p:txBody>
          <a:bodyPr/>
          <a:lstStyle/>
          <a:p>
            <a:pPr marL="0" marR="0" indent="0" algn="l">
              <a:lnSpc>
                <a:spcPct val="100000"/>
              </a:lnSpc>
              <a:spcBef>
                <a:spcPts val="0"/>
              </a:spcBef>
              <a:spcAft>
                <a:spcPts val="0"/>
              </a:spcAft>
              <a:buNone/>
            </a:pPr>
            <a:r>
              <a:rPr sz="1400" b="1" i="0" u="none" strike="noStrike" cap="none">
                <a:solidFill>
                  <a:srgbClr val="102A43">
                    <a:alpha val="100000"/>
                  </a:srgbClr>
                </a:solidFill>
                <a:latin typeface="Yu Gothic"/>
                <a:cs typeface="Yu Gothic"/>
                <a:sym typeface="Yu Gothic"/>
              </a:rPr>
              <a:t>参考モデルと比較</a:t>
            </a:r>
          </a:p>
        </p:txBody>
      </p:sp>
      <p:sp>
        <p:nvSpPr>
          <p:cNvPr id="15" name="コンテンツ プレースホルダー 14"/>
          <p:cNvSpPr>
            <a:spLocks noGrp="1"/>
          </p:cNvSpPr>
          <p:nvPr>
            <p:ph/>
          </p:nvPr>
        </p:nvSpPr>
        <p:spPr>
          <a:xfrm>
            <a:off x="8357616" y="2404872"/>
            <a:ext cx="3081528" cy="1005840"/>
          </a:xfrm>
        </p:spPr>
        <p:txBody>
          <a:bodyPr/>
          <a:lstStyle/>
          <a:p>
            <a:pPr marL="0" marR="0" indent="0" algn="l">
              <a:lnSpc>
                <a:spcPct val="135000"/>
              </a:lnSpc>
              <a:spcBef>
                <a:spcPts val="0"/>
              </a:spcBef>
              <a:spcAft>
                <a:spcPts val="0"/>
              </a:spcAft>
              <a:buNone/>
            </a:pPr>
            <a:r>
              <a:rPr sz="1150" b="0" i="0" u="none" strike="noStrike" cap="none">
                <a:solidFill>
                  <a:srgbClr val="5A7184">
                    <a:alpha val="100000"/>
                  </a:srgbClr>
                </a:solidFill>
                <a:latin typeface="Yu Gothic"/>
                <a:cs typeface="Yu Gothic"/>
                <a:sym typeface="Yu Gothic"/>
              </a:rPr>
              <a:t>3 変数モデルと、入れ子 F 検定・交差検証・省略変数バイアスの観点で比較。</a:t>
            </a:r>
          </a:p>
        </p:txBody>
      </p:sp>
      <p:pic>
        <p:nvPicPr>
          <p:cNvPr id="16" name="コンテンツ プレースホルダー 15"/>
          <p:cNvPicPr>
            <a:picLocks noGrp="1"/>
          </p:cNvPicPr>
          <p:nvPr>
            <p:ph/>
          </p:nvPr>
        </p:nvPicPr>
        <p:blipFill>
          <a:blip r:embed="rId2"/>
          <a:stretch>
            <a:fillRect/>
          </a:stretch>
        </p:blipFill>
        <p:spPr>
          <a:xfrm>
            <a:off x="566928" y="3840480"/>
            <a:ext cx="3520440" cy="1828800"/>
          </a:xfrm>
          <a:prstGeom prst="rect">
            <a:avLst/>
          </a:prstGeom>
        </p:spPr>
      </p:pic>
      <p:sp>
        <p:nvSpPr>
          <p:cNvPr id="17" name="コンテンツ プレースホルダー 16"/>
          <p:cNvSpPr>
            <a:spLocks noGrp="1"/>
          </p:cNvSpPr>
          <p:nvPr>
            <p:ph/>
          </p:nvPr>
        </p:nvSpPr>
        <p:spPr>
          <a:xfrm>
            <a:off x="768096" y="398678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4</a:t>
            </a:r>
          </a:p>
        </p:txBody>
      </p:sp>
      <p:sp>
        <p:nvSpPr>
          <p:cNvPr id="18" name="コンテンツ プレースホルダー 17"/>
          <p:cNvSpPr>
            <a:spLocks noGrp="1"/>
          </p:cNvSpPr>
          <p:nvPr>
            <p:ph/>
          </p:nvPr>
        </p:nvSpPr>
        <p:spPr>
          <a:xfrm>
            <a:off x="1344168" y="4041648"/>
            <a:ext cx="2560320" cy="347472"/>
          </a:xfrm>
        </p:spPr>
        <p:txBody>
          <a:bodyPr/>
          <a:lstStyle/>
          <a:p>
            <a:pPr marL="0" marR="0" indent="0" algn="l">
              <a:lnSpc>
                <a:spcPct val="100000"/>
              </a:lnSpc>
              <a:spcBef>
                <a:spcPts val="0"/>
              </a:spcBef>
              <a:spcAft>
                <a:spcPts val="0"/>
              </a:spcAft>
              <a:buNone/>
            </a:pPr>
            <a:r>
              <a:rPr sz="1400" b="1" i="0" u="none" strike="noStrike" cap="none">
                <a:solidFill>
                  <a:srgbClr val="102A43">
                    <a:alpha val="100000"/>
                  </a:srgbClr>
                </a:solidFill>
                <a:latin typeface="Yu Gothic"/>
                <a:cs typeface="Yu Gothic"/>
                <a:sym typeface="Yu Gothic"/>
              </a:rPr>
              <a:t>解釈可能性の制約</a:t>
            </a:r>
          </a:p>
        </p:txBody>
      </p:sp>
      <p:sp>
        <p:nvSpPr>
          <p:cNvPr id="19" name="コンテンツ プレースホルダー 18"/>
          <p:cNvSpPr>
            <a:spLocks noGrp="1"/>
          </p:cNvSpPr>
          <p:nvPr>
            <p:ph/>
          </p:nvPr>
        </p:nvSpPr>
        <p:spPr>
          <a:xfrm>
            <a:off x="786384" y="4553712"/>
            <a:ext cx="3081528" cy="1005840"/>
          </a:xfrm>
        </p:spPr>
        <p:txBody>
          <a:bodyPr/>
          <a:lstStyle/>
          <a:p>
            <a:pPr marL="0" marR="0" indent="0" algn="l">
              <a:lnSpc>
                <a:spcPct val="135000"/>
              </a:lnSpc>
              <a:spcBef>
                <a:spcPts val="0"/>
              </a:spcBef>
              <a:spcAft>
                <a:spcPts val="0"/>
              </a:spcAft>
              <a:buNone/>
            </a:pPr>
            <a:r>
              <a:rPr sz="1150" b="0" i="0" u="none" strike="noStrike" cap="none">
                <a:solidFill>
                  <a:srgbClr val="5A7184">
                    <a:alpha val="100000"/>
                  </a:srgbClr>
                </a:solidFill>
                <a:latin typeface="Yu Gothic"/>
                <a:cs typeface="Yu Gothic"/>
                <a:sym typeface="Yu Gothic"/>
              </a:rPr>
              <a:t>解釈を守る 8 つの制約を課し、2^15 通りの総当たり探索から C6 を選定。</a:t>
            </a:r>
          </a:p>
        </p:txBody>
      </p:sp>
      <p:pic>
        <p:nvPicPr>
          <p:cNvPr id="20" name="コンテンツ プレースホルダー 19"/>
          <p:cNvPicPr>
            <a:picLocks noGrp="1"/>
          </p:cNvPicPr>
          <p:nvPr>
            <p:ph/>
          </p:nvPr>
        </p:nvPicPr>
        <p:blipFill>
          <a:blip r:embed="rId2"/>
          <a:stretch>
            <a:fillRect/>
          </a:stretch>
        </p:blipFill>
        <p:spPr>
          <a:xfrm>
            <a:off x="4352544" y="3840480"/>
            <a:ext cx="3520440" cy="1828800"/>
          </a:xfrm>
          <a:prstGeom prst="rect">
            <a:avLst/>
          </a:prstGeom>
        </p:spPr>
      </p:pic>
      <p:sp>
        <p:nvSpPr>
          <p:cNvPr id="21" name="コンテンツ プレースホルダー 20"/>
          <p:cNvSpPr>
            <a:spLocks noGrp="1"/>
          </p:cNvSpPr>
          <p:nvPr>
            <p:ph/>
          </p:nvPr>
        </p:nvSpPr>
        <p:spPr>
          <a:xfrm>
            <a:off x="4553712" y="398678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5</a:t>
            </a:r>
          </a:p>
        </p:txBody>
      </p:sp>
      <p:sp>
        <p:nvSpPr>
          <p:cNvPr id="22" name="コンテンツ プレースホルダー 21"/>
          <p:cNvSpPr>
            <a:spLocks noGrp="1"/>
          </p:cNvSpPr>
          <p:nvPr>
            <p:ph/>
          </p:nvPr>
        </p:nvSpPr>
        <p:spPr>
          <a:xfrm>
            <a:off x="5129784" y="4041648"/>
            <a:ext cx="2560320" cy="347472"/>
          </a:xfrm>
        </p:spPr>
        <p:txBody>
          <a:bodyPr/>
          <a:lstStyle/>
          <a:p>
            <a:pPr marL="0" marR="0" indent="0" algn="l">
              <a:lnSpc>
                <a:spcPct val="100000"/>
              </a:lnSpc>
              <a:spcBef>
                <a:spcPts val="0"/>
              </a:spcBef>
              <a:spcAft>
                <a:spcPts val="0"/>
              </a:spcAft>
              <a:buNone/>
            </a:pPr>
            <a:r>
              <a:rPr sz="1400" b="1" i="0" u="none" strike="noStrike" cap="none">
                <a:solidFill>
                  <a:srgbClr val="102A43">
                    <a:alpha val="100000"/>
                  </a:srgbClr>
                </a:solidFill>
                <a:latin typeface="Yu Gothic"/>
                <a:cs typeface="Yu Gothic"/>
                <a:sym typeface="Yu Gothic"/>
              </a:rPr>
              <a:t>空間相関（CAR）</a:t>
            </a:r>
          </a:p>
        </p:txBody>
      </p:sp>
      <p:sp>
        <p:nvSpPr>
          <p:cNvPr id="23" name="コンテンツ プレースホルダー 22"/>
          <p:cNvSpPr>
            <a:spLocks noGrp="1"/>
          </p:cNvSpPr>
          <p:nvPr>
            <p:ph/>
          </p:nvPr>
        </p:nvSpPr>
        <p:spPr>
          <a:xfrm>
            <a:off x="4572000" y="4553712"/>
            <a:ext cx="3081528" cy="1005840"/>
          </a:xfrm>
        </p:spPr>
        <p:txBody>
          <a:bodyPr/>
          <a:lstStyle/>
          <a:p>
            <a:pPr marL="0" marR="0" indent="0" algn="l">
              <a:lnSpc>
                <a:spcPct val="135000"/>
              </a:lnSpc>
              <a:spcBef>
                <a:spcPts val="0"/>
              </a:spcBef>
              <a:spcAft>
                <a:spcPts val="0"/>
              </a:spcAft>
              <a:buNone/>
            </a:pPr>
            <a:r>
              <a:rPr sz="1150" b="0" i="0" u="none" strike="noStrike" cap="none">
                <a:solidFill>
                  <a:srgbClr val="5A7184">
                    <a:alpha val="100000"/>
                  </a:srgbClr>
                </a:solidFill>
                <a:latin typeface="Yu Gothic"/>
                <a:cs typeface="Yu Gothic"/>
                <a:sym typeface="Yu Gothic"/>
              </a:rPr>
              <a:t>ICAR・BYM・Leroux を当てはめ、空間依存 ρ = 0.938 を推定。</a:t>
            </a:r>
          </a:p>
        </p:txBody>
      </p:sp>
      <p:pic>
        <p:nvPicPr>
          <p:cNvPr id="24" name="コンテンツ プレースホルダー 23"/>
          <p:cNvPicPr>
            <a:picLocks noGrp="1"/>
          </p:cNvPicPr>
          <p:nvPr>
            <p:ph/>
          </p:nvPr>
        </p:nvPicPr>
        <p:blipFill>
          <a:blip r:embed="rId2"/>
          <a:stretch>
            <a:fillRect/>
          </a:stretch>
        </p:blipFill>
        <p:spPr>
          <a:xfrm>
            <a:off x="8138160" y="3840480"/>
            <a:ext cx="3520440" cy="1828800"/>
          </a:xfrm>
          <a:prstGeom prst="rect">
            <a:avLst/>
          </a:prstGeom>
        </p:spPr>
      </p:pic>
      <p:sp>
        <p:nvSpPr>
          <p:cNvPr id="25" name="コンテンツ プレースホルダー 24"/>
          <p:cNvSpPr>
            <a:spLocks noGrp="1"/>
          </p:cNvSpPr>
          <p:nvPr>
            <p:ph/>
          </p:nvPr>
        </p:nvSpPr>
        <p:spPr>
          <a:xfrm>
            <a:off x="8339328" y="3986784"/>
            <a:ext cx="548640" cy="384048"/>
          </a:xfrm>
        </p:spPr>
        <p:txBody>
          <a:bodyPr/>
          <a:lstStyle/>
          <a:p>
            <a:pPr marL="0" marR="0" indent="0" algn="l">
              <a:lnSpc>
                <a:spcPct val="100000"/>
              </a:lnSpc>
              <a:spcBef>
                <a:spcPts val="0"/>
              </a:spcBef>
              <a:spcAft>
                <a:spcPts val="0"/>
              </a:spcAft>
              <a:buNone/>
            </a:pPr>
            <a:r>
              <a:rPr sz="2200" b="1" i="0" u="none" strike="noStrike" cap="none">
                <a:solidFill>
                  <a:srgbClr val="D73027">
                    <a:alpha val="100000"/>
                  </a:srgbClr>
                </a:solidFill>
                <a:latin typeface="Yu Gothic"/>
                <a:cs typeface="Yu Gothic"/>
                <a:sym typeface="Yu Gothic"/>
              </a:rPr>
              <a:t>6</a:t>
            </a:r>
          </a:p>
        </p:txBody>
      </p:sp>
      <p:sp>
        <p:nvSpPr>
          <p:cNvPr id="26" name="コンテンツ プレースホルダー 25"/>
          <p:cNvSpPr>
            <a:spLocks noGrp="1"/>
          </p:cNvSpPr>
          <p:nvPr>
            <p:ph/>
          </p:nvPr>
        </p:nvSpPr>
        <p:spPr>
          <a:xfrm>
            <a:off x="8915400" y="4041648"/>
            <a:ext cx="2560320" cy="347472"/>
          </a:xfrm>
        </p:spPr>
        <p:txBody>
          <a:bodyPr/>
          <a:lstStyle/>
          <a:p>
            <a:pPr marL="0" marR="0" indent="0" algn="l">
              <a:lnSpc>
                <a:spcPct val="100000"/>
              </a:lnSpc>
              <a:spcBef>
                <a:spcPts val="0"/>
              </a:spcBef>
              <a:spcAft>
                <a:spcPts val="0"/>
              </a:spcAft>
              <a:buNone/>
            </a:pPr>
            <a:r>
              <a:rPr sz="1400" b="1" i="0" u="none" strike="noStrike" cap="none">
                <a:solidFill>
                  <a:srgbClr val="102A43">
                    <a:alpha val="100000"/>
                  </a:srgbClr>
                </a:solidFill>
                <a:latin typeface="Yu Gothic"/>
                <a:cs typeface="Yu Gothic"/>
                <a:sym typeface="Yu Gothic"/>
              </a:rPr>
              <a:t>地図化と報告</a:t>
            </a:r>
          </a:p>
        </p:txBody>
      </p:sp>
      <p:sp>
        <p:nvSpPr>
          <p:cNvPr id="27" name="コンテンツ プレースホルダー 26"/>
          <p:cNvSpPr>
            <a:spLocks noGrp="1"/>
          </p:cNvSpPr>
          <p:nvPr>
            <p:ph/>
          </p:nvPr>
        </p:nvSpPr>
        <p:spPr>
          <a:xfrm>
            <a:off x="8357616" y="4553712"/>
            <a:ext cx="3081528" cy="1005840"/>
          </a:xfrm>
        </p:spPr>
        <p:txBody>
          <a:bodyPr/>
          <a:lstStyle/>
          <a:p>
            <a:pPr marL="0" marR="0" indent="0" algn="l">
              <a:lnSpc>
                <a:spcPct val="135000"/>
              </a:lnSpc>
              <a:spcBef>
                <a:spcPts val="0"/>
              </a:spcBef>
              <a:spcAft>
                <a:spcPts val="0"/>
              </a:spcAft>
              <a:buNone/>
            </a:pPr>
            <a:r>
              <a:rPr sz="1150" b="0" i="0" u="none" strike="noStrike" cap="none">
                <a:solidFill>
                  <a:srgbClr val="5A7184">
                    <a:alpha val="100000"/>
                  </a:srgbClr>
                </a:solidFill>
                <a:latin typeface="Yu Gothic"/>
                <a:cs typeface="Yu Gothic"/>
                <a:sym typeface="Yu Gothic"/>
              </a:rPr>
              <a:t>実測・C6・C6+Leroux の推定値を指定配色で地図化し、報告書に集約。</a:t>
            </a:r>
          </a:p>
        </p:txBody>
      </p:sp>
      <p:sp>
        <p:nvSpPr>
          <p:cNvPr id="28" name="コンテンツ プレースホルダー 27"/>
          <p:cNvSpPr>
            <a:spLocks noGrp="1"/>
          </p:cNvSpPr>
          <p:nvPr>
            <p:ph/>
          </p:nvPr>
        </p:nvSpPr>
        <p:spPr>
          <a:xfrm>
            <a:off x="566928" y="6355080"/>
            <a:ext cx="9326880" cy="274320"/>
          </a:xfrm>
        </p:spPr>
        <p:txBody>
          <a:bodyPr/>
          <a:lstStyle/>
          <a:p>
            <a:pPr marL="0" marR="0" indent="0" algn="l">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依頼は日本語の自然文のみ。コード・検証・図表・報告書はすべて生成物。</a:t>
            </a:r>
          </a:p>
        </p:txBody>
      </p:sp>
      <p:sp>
        <p:nvSpPr>
          <p:cNvPr id="29" name="コンテンツ プレースホルダー 28"/>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2 / 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環境と成果物</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何が、どれだけ生成されたか</a:t>
            </a:r>
          </a:p>
        </p:txBody>
      </p:sp>
      <p:pic>
        <p:nvPicPr>
          <p:cNvPr id="4" name="コンテンツ プレースホルダー 3"/>
          <p:cNvPicPr>
            <a:picLocks noGrp="1"/>
          </p:cNvPicPr>
          <p:nvPr>
            <p:ph/>
          </p:nvPr>
        </p:nvPicPr>
        <p:blipFill>
          <a:blip r:embed="rId2"/>
          <a:stretch>
            <a:fillRect/>
          </a:stretch>
        </p:blipFill>
        <p:spPr>
          <a:xfrm>
            <a:off x="566928" y="1463040"/>
            <a:ext cx="2606040" cy="1280160"/>
          </a:xfrm>
          <a:prstGeom prst="rect">
            <a:avLst/>
          </a:prstGeom>
        </p:spPr>
      </p:pic>
      <p:sp>
        <p:nvSpPr>
          <p:cNvPr id="5" name="コンテンツ プレースホルダー 4"/>
          <p:cNvSpPr>
            <a:spLocks noGrp="1"/>
          </p:cNvSpPr>
          <p:nvPr>
            <p:ph/>
          </p:nvPr>
        </p:nvSpPr>
        <p:spPr>
          <a:xfrm>
            <a:off x="795528" y="1572768"/>
            <a:ext cx="2194560" cy="640080"/>
          </a:xfrm>
        </p:spPr>
        <p:txBody>
          <a:bodyPr/>
          <a:lstStyle/>
          <a:p>
            <a:pPr marL="0" marR="0" indent="0" algn="l">
              <a:lnSpc>
                <a:spcPct val="100000"/>
              </a:lnSpc>
              <a:spcBef>
                <a:spcPts val="0"/>
              </a:spcBef>
              <a:spcAft>
                <a:spcPts val="0"/>
              </a:spcAft>
              <a:buNone/>
            </a:pPr>
            <a:r>
              <a:rPr sz="3400" b="1" i="0" u="none" strike="noStrike" cap="none">
                <a:solidFill>
                  <a:srgbClr val="12608A">
                    <a:alpha val="100000"/>
                  </a:srgbClr>
                </a:solidFill>
                <a:latin typeface="Yu Gothic"/>
                <a:cs typeface="Yu Gothic"/>
                <a:sym typeface="Yu Gothic"/>
              </a:rPr>
              <a:t>22</a:t>
            </a:r>
          </a:p>
        </p:txBody>
      </p:sp>
      <p:sp>
        <p:nvSpPr>
          <p:cNvPr id="6" name="コンテンツ プレースホルダー 5"/>
          <p:cNvSpPr>
            <a:spLocks noGrp="1"/>
          </p:cNvSpPr>
          <p:nvPr>
            <p:ph/>
          </p:nvPr>
        </p:nvSpPr>
        <p:spPr>
          <a:xfrm>
            <a:off x="795528" y="2240280"/>
            <a:ext cx="2194560" cy="320040"/>
          </a:xfrm>
        </p:spPr>
        <p:txBody>
          <a:bodyPr/>
          <a:lstStyle/>
          <a:p>
            <a:pPr marL="0" marR="0" indent="0" algn="l">
              <a:lnSpc>
                <a:spcPct val="100000"/>
              </a:lnSpc>
              <a:spcBef>
                <a:spcPts val="0"/>
              </a:spcBef>
              <a:spcAft>
                <a:spcPts val="0"/>
              </a:spcAft>
              <a:buNone/>
            </a:pPr>
            <a:r>
              <a:rPr sz="1200" b="0" i="0" u="none" strike="noStrike" cap="none">
                <a:solidFill>
                  <a:srgbClr val="5A7184">
                    <a:alpha val="100000"/>
                  </a:srgbClr>
                </a:solidFill>
                <a:latin typeface="Yu Gothic"/>
                <a:cs typeface="Yu Gothic"/>
                <a:sym typeface="Yu Gothic"/>
              </a:rPr>
              <a:t>R スクリプト</a:t>
            </a:r>
          </a:p>
        </p:txBody>
      </p:sp>
      <p:pic>
        <p:nvPicPr>
          <p:cNvPr id="7" name="コンテンツ プレースホルダー 6"/>
          <p:cNvPicPr>
            <a:picLocks noGrp="1"/>
          </p:cNvPicPr>
          <p:nvPr>
            <p:ph/>
          </p:nvPr>
        </p:nvPicPr>
        <p:blipFill>
          <a:blip r:embed="rId2"/>
          <a:stretch>
            <a:fillRect/>
          </a:stretch>
        </p:blipFill>
        <p:spPr>
          <a:xfrm>
            <a:off x="3401568" y="1463040"/>
            <a:ext cx="2606040" cy="1280160"/>
          </a:xfrm>
          <a:prstGeom prst="rect">
            <a:avLst/>
          </a:prstGeom>
        </p:spPr>
      </p:pic>
      <p:sp>
        <p:nvSpPr>
          <p:cNvPr id="8" name="コンテンツ プレースホルダー 7"/>
          <p:cNvSpPr>
            <a:spLocks noGrp="1"/>
          </p:cNvSpPr>
          <p:nvPr>
            <p:ph/>
          </p:nvPr>
        </p:nvSpPr>
        <p:spPr>
          <a:xfrm>
            <a:off x="3630168" y="1572768"/>
            <a:ext cx="2194560" cy="640080"/>
          </a:xfrm>
        </p:spPr>
        <p:txBody>
          <a:bodyPr/>
          <a:lstStyle/>
          <a:p>
            <a:pPr marL="0" marR="0" indent="0" algn="l">
              <a:lnSpc>
                <a:spcPct val="100000"/>
              </a:lnSpc>
              <a:spcBef>
                <a:spcPts val="0"/>
              </a:spcBef>
              <a:spcAft>
                <a:spcPts val="0"/>
              </a:spcAft>
              <a:buNone/>
            </a:pPr>
            <a:r>
              <a:rPr sz="3400" b="1" i="0" u="none" strike="noStrike" cap="none">
                <a:solidFill>
                  <a:srgbClr val="12608A">
                    <a:alpha val="100000"/>
                  </a:srgbClr>
                </a:solidFill>
                <a:latin typeface="Yu Gothic"/>
                <a:cs typeface="Yu Gothic"/>
                <a:sym typeface="Yu Gothic"/>
              </a:rPr>
              <a:t>2,440</a:t>
            </a:r>
          </a:p>
        </p:txBody>
      </p:sp>
      <p:sp>
        <p:nvSpPr>
          <p:cNvPr id="9" name="コンテンツ プレースホルダー 8"/>
          <p:cNvSpPr>
            <a:spLocks noGrp="1"/>
          </p:cNvSpPr>
          <p:nvPr>
            <p:ph/>
          </p:nvPr>
        </p:nvSpPr>
        <p:spPr>
          <a:xfrm>
            <a:off x="3630168" y="2240280"/>
            <a:ext cx="2194560" cy="320040"/>
          </a:xfrm>
        </p:spPr>
        <p:txBody>
          <a:bodyPr/>
          <a:lstStyle/>
          <a:p>
            <a:pPr marL="0" marR="0" indent="0" algn="l">
              <a:lnSpc>
                <a:spcPct val="100000"/>
              </a:lnSpc>
              <a:spcBef>
                <a:spcPts val="0"/>
              </a:spcBef>
              <a:spcAft>
                <a:spcPts val="0"/>
              </a:spcAft>
              <a:buNone/>
            </a:pPr>
            <a:r>
              <a:rPr sz="1200" b="0" i="0" u="none" strike="noStrike" cap="none">
                <a:solidFill>
                  <a:srgbClr val="5A7184">
                    <a:alpha val="100000"/>
                  </a:srgbClr>
                </a:solidFill>
                <a:latin typeface="Yu Gothic"/>
                <a:cs typeface="Yu Gothic"/>
                <a:sym typeface="Yu Gothic"/>
              </a:rPr>
              <a:t>コード行数</a:t>
            </a:r>
          </a:p>
        </p:txBody>
      </p:sp>
      <p:pic>
        <p:nvPicPr>
          <p:cNvPr id="10" name="コンテンツ プレースホルダー 9"/>
          <p:cNvPicPr>
            <a:picLocks noGrp="1"/>
          </p:cNvPicPr>
          <p:nvPr>
            <p:ph/>
          </p:nvPr>
        </p:nvPicPr>
        <p:blipFill>
          <a:blip r:embed="rId2"/>
          <a:stretch>
            <a:fillRect/>
          </a:stretch>
        </p:blipFill>
        <p:spPr>
          <a:xfrm>
            <a:off x="6236208" y="1463040"/>
            <a:ext cx="2606040" cy="1280160"/>
          </a:xfrm>
          <a:prstGeom prst="rect">
            <a:avLst/>
          </a:prstGeom>
        </p:spPr>
      </p:pic>
      <p:sp>
        <p:nvSpPr>
          <p:cNvPr id="11" name="コンテンツ プレースホルダー 10"/>
          <p:cNvSpPr>
            <a:spLocks noGrp="1"/>
          </p:cNvSpPr>
          <p:nvPr>
            <p:ph/>
          </p:nvPr>
        </p:nvSpPr>
        <p:spPr>
          <a:xfrm>
            <a:off x="6464808" y="1572768"/>
            <a:ext cx="2194560" cy="640080"/>
          </a:xfrm>
        </p:spPr>
        <p:txBody>
          <a:bodyPr/>
          <a:lstStyle/>
          <a:p>
            <a:pPr marL="0" marR="0" indent="0" algn="l">
              <a:lnSpc>
                <a:spcPct val="100000"/>
              </a:lnSpc>
              <a:spcBef>
                <a:spcPts val="0"/>
              </a:spcBef>
              <a:spcAft>
                <a:spcPts val="0"/>
              </a:spcAft>
              <a:buNone/>
            </a:pPr>
            <a:r>
              <a:rPr sz="3400" b="1" i="0" u="none" strike="noStrike" cap="none">
                <a:solidFill>
                  <a:srgbClr val="12608A">
                    <a:alpha val="100000"/>
                  </a:srgbClr>
                </a:solidFill>
                <a:latin typeface="Yu Gothic"/>
                <a:cs typeface="Yu Gothic"/>
                <a:sym typeface="Yu Gothic"/>
              </a:rPr>
              <a:t>73</a:t>
            </a:r>
          </a:p>
        </p:txBody>
      </p:sp>
      <p:sp>
        <p:nvSpPr>
          <p:cNvPr id="12" name="コンテンツ プレースホルダー 11"/>
          <p:cNvSpPr>
            <a:spLocks noGrp="1"/>
          </p:cNvSpPr>
          <p:nvPr>
            <p:ph/>
          </p:nvPr>
        </p:nvSpPr>
        <p:spPr>
          <a:xfrm>
            <a:off x="6464808" y="2240280"/>
            <a:ext cx="2194560" cy="320040"/>
          </a:xfrm>
        </p:spPr>
        <p:txBody>
          <a:bodyPr/>
          <a:lstStyle/>
          <a:p>
            <a:pPr marL="0" marR="0" indent="0" algn="l">
              <a:lnSpc>
                <a:spcPct val="100000"/>
              </a:lnSpc>
              <a:spcBef>
                <a:spcPts val="0"/>
              </a:spcBef>
              <a:spcAft>
                <a:spcPts val="0"/>
              </a:spcAft>
              <a:buNone/>
            </a:pPr>
            <a:r>
              <a:rPr sz="1200" b="0" i="0" u="none" strike="noStrike" cap="none">
                <a:solidFill>
                  <a:srgbClr val="5A7184">
                    <a:alpha val="100000"/>
                  </a:srgbClr>
                </a:solidFill>
                <a:latin typeface="Yu Gothic"/>
                <a:cs typeface="Yu Gothic"/>
                <a:sym typeface="Yu Gothic"/>
              </a:rPr>
              <a:t>出力ファイル</a:t>
            </a:r>
          </a:p>
        </p:txBody>
      </p:sp>
      <p:pic>
        <p:nvPicPr>
          <p:cNvPr id="13" name="コンテンツ プレースホルダー 12"/>
          <p:cNvPicPr>
            <a:picLocks noGrp="1"/>
          </p:cNvPicPr>
          <p:nvPr>
            <p:ph/>
          </p:nvPr>
        </p:nvPicPr>
        <p:blipFill>
          <a:blip r:embed="rId2"/>
          <a:stretch>
            <a:fillRect/>
          </a:stretch>
        </p:blipFill>
        <p:spPr>
          <a:xfrm>
            <a:off x="9070848" y="1463040"/>
            <a:ext cx="2606040" cy="1280160"/>
          </a:xfrm>
          <a:prstGeom prst="rect">
            <a:avLst/>
          </a:prstGeom>
        </p:spPr>
      </p:pic>
      <p:sp>
        <p:nvSpPr>
          <p:cNvPr id="14" name="コンテンツ プレースホルダー 13"/>
          <p:cNvSpPr>
            <a:spLocks noGrp="1"/>
          </p:cNvSpPr>
          <p:nvPr>
            <p:ph/>
          </p:nvPr>
        </p:nvSpPr>
        <p:spPr>
          <a:xfrm>
            <a:off x="9299448" y="1572768"/>
            <a:ext cx="2194560" cy="640080"/>
          </a:xfrm>
        </p:spPr>
        <p:txBody>
          <a:bodyPr/>
          <a:lstStyle/>
          <a:p>
            <a:pPr marL="0" marR="0" indent="0" algn="l">
              <a:lnSpc>
                <a:spcPct val="100000"/>
              </a:lnSpc>
              <a:spcBef>
                <a:spcPts val="0"/>
              </a:spcBef>
              <a:spcAft>
                <a:spcPts val="0"/>
              </a:spcAft>
              <a:buNone/>
            </a:pPr>
            <a:r>
              <a:rPr sz="3400" b="1" i="0" u="none" strike="noStrike" cap="none">
                <a:solidFill>
                  <a:srgbClr val="12608A">
                    <a:alpha val="100000"/>
                  </a:srgbClr>
                </a:solidFill>
                <a:latin typeface="Yu Gothic"/>
                <a:cs typeface="Yu Gothic"/>
                <a:sym typeface="Yu Gothic"/>
              </a:rPr>
              <a:t>506</a:t>
            </a:r>
          </a:p>
        </p:txBody>
      </p:sp>
      <p:sp>
        <p:nvSpPr>
          <p:cNvPr id="15" name="コンテンツ プレースホルダー 14"/>
          <p:cNvSpPr>
            <a:spLocks noGrp="1"/>
          </p:cNvSpPr>
          <p:nvPr>
            <p:ph/>
          </p:nvPr>
        </p:nvSpPr>
        <p:spPr>
          <a:xfrm>
            <a:off x="9299448" y="2240280"/>
            <a:ext cx="2194560" cy="320040"/>
          </a:xfrm>
        </p:spPr>
        <p:txBody>
          <a:bodyPr/>
          <a:lstStyle/>
          <a:p>
            <a:pPr marL="0" marR="0" indent="0" algn="l">
              <a:lnSpc>
                <a:spcPct val="100000"/>
              </a:lnSpc>
              <a:spcBef>
                <a:spcPts val="0"/>
              </a:spcBef>
              <a:spcAft>
                <a:spcPts val="0"/>
              </a:spcAft>
              <a:buNone/>
            </a:pPr>
            <a:r>
              <a:rPr sz="1200" b="0" i="0" u="none" strike="noStrike" cap="none">
                <a:solidFill>
                  <a:srgbClr val="5A7184">
                    <a:alpha val="100000"/>
                  </a:srgbClr>
                </a:solidFill>
                <a:latin typeface="Yu Gothic"/>
                <a:cs typeface="Yu Gothic"/>
                <a:sym typeface="Yu Gothic"/>
              </a:rPr>
              <a:t>分析対象の街区</a:t>
            </a:r>
          </a:p>
        </p:txBody>
      </p:sp>
      <p:pic>
        <p:nvPicPr>
          <p:cNvPr id="16" name="コンテンツ プレースホルダー 15"/>
          <p:cNvPicPr>
            <a:picLocks noGrp="1"/>
          </p:cNvPicPr>
          <p:nvPr>
            <p:ph/>
          </p:nvPr>
        </p:nvPicPr>
        <p:blipFill>
          <a:blip r:embed="rId3"/>
          <a:stretch>
            <a:fillRect/>
          </a:stretch>
        </p:blipFill>
        <p:spPr>
          <a:xfrm>
            <a:off x="566928" y="3017520"/>
            <a:ext cx="5532120" cy="2331720"/>
          </a:xfrm>
          <a:prstGeom prst="rect">
            <a:avLst/>
          </a:prstGeom>
        </p:spPr>
      </p:pic>
      <p:sp>
        <p:nvSpPr>
          <p:cNvPr id="17" name="コンテンツ プレースホルダー 16"/>
          <p:cNvSpPr>
            <a:spLocks noGrp="1"/>
          </p:cNvSpPr>
          <p:nvPr>
            <p:ph/>
          </p:nvPr>
        </p:nvSpPr>
        <p:spPr>
          <a:xfrm>
            <a:off x="804672" y="3200400"/>
            <a:ext cx="5056632" cy="201168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使用パッケージ</a:t>
            </a:r>
          </a:p>
          <a:p>
            <a:pPr marL="0" marR="0" indent="0" algn="l">
              <a:lnSpc>
                <a:spcPct val="135000"/>
              </a:lnSpc>
              <a:spcBef>
                <a:spcPts val="0"/>
              </a:spcBef>
              <a:spcAft>
                <a:spcPts val="500"/>
              </a:spcAft>
              <a:buNone/>
            </a:pPr>
            <a:r>
              <a:rPr sz="1200" b="0" i="0" u="none" strike="noStrike" cap="none">
                <a:solidFill>
                  <a:srgbClr val="5A7184">
                    <a:alpha val="100000"/>
                  </a:srgbClr>
                </a:solidFill>
                <a:latin typeface="Yu Gothic"/>
                <a:cs typeface="Yu Gothic"/>
                <a:sym typeface="Yu Gothic"/>
              </a:rPr>
              <a:t>空間データ　sf ／ spdep ／ spData（街区ポリゴン）</a:t>
            </a:r>
          </a:p>
          <a:p>
            <a:pPr marL="0" marR="0" indent="0" algn="l">
              <a:lnSpc>
                <a:spcPct val="135000"/>
              </a:lnSpc>
              <a:spcBef>
                <a:spcPts val="0"/>
              </a:spcBef>
              <a:spcAft>
                <a:spcPts val="500"/>
              </a:spcAft>
              <a:buNone/>
            </a:pPr>
            <a:r>
              <a:rPr sz="1200" b="0" i="0" u="none" strike="noStrike" cap="none">
                <a:solidFill>
                  <a:srgbClr val="5A7184">
                    <a:alpha val="100000"/>
                  </a:srgbClr>
                </a:solidFill>
                <a:latin typeface="Yu Gothic"/>
                <a:cs typeface="Yu Gothic"/>
                <a:sym typeface="Yu Gothic"/>
              </a:rPr>
              <a:t>回帰・診断　MASS ／ car ／ lmtest ／ sandwich</a:t>
            </a:r>
          </a:p>
          <a:p>
            <a:pPr marL="0" marR="0" indent="0" algn="l">
              <a:lnSpc>
                <a:spcPct val="135000"/>
              </a:lnSpc>
              <a:spcBef>
                <a:spcPts val="0"/>
              </a:spcBef>
              <a:spcAft>
                <a:spcPts val="500"/>
              </a:spcAft>
              <a:buNone/>
            </a:pPr>
            <a:r>
              <a:rPr sz="1200" b="0" i="0" u="none" strike="noStrike" cap="none">
                <a:solidFill>
                  <a:srgbClr val="5A7184">
                    <a:alpha val="100000"/>
                  </a:srgbClr>
                </a:solidFill>
                <a:latin typeface="Yu Gothic"/>
                <a:cs typeface="Yu Gothic"/>
                <a:sym typeface="Yu Gothic"/>
              </a:rPr>
              <a:t>ベイズ推定　CARBayes（MCMC）／ INLA ／ MCMCpack</a:t>
            </a:r>
          </a:p>
          <a:p>
            <a:pPr marL="0" marR="0" indent="0" algn="l">
              <a:lnSpc>
                <a:spcPct val="135000"/>
              </a:lnSpc>
              <a:spcBef>
                <a:spcPts val="0"/>
              </a:spcBef>
              <a:spcAft>
                <a:spcPts val="500"/>
              </a:spcAft>
              <a:buNone/>
            </a:pPr>
            <a:r>
              <a:rPr sz="1200" b="0" i="0" u="none" strike="noStrike" cap="none">
                <a:solidFill>
                  <a:srgbClr val="5A7184">
                    <a:alpha val="100000"/>
                  </a:srgbClr>
                </a:solidFill>
                <a:latin typeface="Yu Gothic"/>
                <a:cs typeface="Yu Gothic"/>
                <a:sym typeface="Yu Gothic"/>
              </a:rPr>
              <a:t>作図・出力　RColorBrewer ／ officer</a:t>
            </a:r>
          </a:p>
        </p:txBody>
      </p:sp>
      <p:pic>
        <p:nvPicPr>
          <p:cNvPr id="18" name="コンテンツ プレースホルダー 17"/>
          <p:cNvPicPr>
            <a:picLocks noGrp="1"/>
          </p:cNvPicPr>
          <p:nvPr>
            <p:ph/>
          </p:nvPr>
        </p:nvPicPr>
        <p:blipFill>
          <a:blip r:embed="rId4"/>
          <a:stretch>
            <a:fillRect/>
          </a:stretch>
        </p:blipFill>
        <p:spPr>
          <a:xfrm>
            <a:off x="6327648" y="3017520"/>
            <a:ext cx="5303520" cy="2331720"/>
          </a:xfrm>
          <a:prstGeom prst="rect">
            <a:avLst/>
          </a:prstGeom>
        </p:spPr>
      </p:pic>
      <p:sp>
        <p:nvSpPr>
          <p:cNvPr id="19" name="コンテンツ プレースホルダー 18"/>
          <p:cNvSpPr>
            <a:spLocks noGrp="1"/>
          </p:cNvSpPr>
          <p:nvPr>
            <p:ph/>
          </p:nvPr>
        </p:nvSpPr>
        <p:spPr>
          <a:xfrm>
            <a:off x="6565392" y="3200400"/>
            <a:ext cx="4828032" cy="201168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実行環境と進め方</a:t>
            </a:r>
          </a:p>
          <a:p>
            <a:pPr marL="0" marR="0" indent="0" algn="l">
              <a:lnSpc>
                <a:spcPct val="135000"/>
              </a:lnSpc>
              <a:spcBef>
                <a:spcPts val="0"/>
              </a:spcBef>
              <a:spcAft>
                <a:spcPts val="500"/>
              </a:spcAft>
              <a:buNone/>
            </a:pPr>
            <a:r>
              <a:rPr sz="1200" b="0" i="0" u="none" strike="noStrike" cap="none">
                <a:solidFill>
                  <a:srgbClr val="5A7184">
                    <a:alpha val="100000"/>
                  </a:srgbClr>
                </a:solidFill>
                <a:latin typeface="Yu Gothic"/>
                <a:cs typeface="Yu Gothic"/>
                <a:sym typeface="Yu Gothic"/>
              </a:rPr>
              <a:t>Windows 11 ／ PowerShell 5.1 ／ R 4.5.1</a:t>
            </a:r>
          </a:p>
          <a:p>
            <a:pPr marL="0" marR="0" indent="0" algn="l">
              <a:lnSpc>
                <a:spcPct val="135000"/>
              </a:lnSpc>
              <a:spcBef>
                <a:spcPts val="0"/>
              </a:spcBef>
              <a:spcAft>
                <a:spcPts val="500"/>
              </a:spcAft>
              <a:buNone/>
            </a:pPr>
            <a:r>
              <a:rPr sz="1200" b="0" i="0" u="none" strike="noStrike" cap="none">
                <a:solidFill>
                  <a:srgbClr val="5A7184">
                    <a:alpha val="100000"/>
                  </a:srgbClr>
                </a:solidFill>
                <a:latin typeface="Yu Gothic"/>
                <a:cs typeface="Yu Gothic"/>
                <a:sym typeface="Yu Gothic"/>
              </a:rPr>
              <a:t>追加インストールは officer 1 件のみ（事前確認のうえ実施）</a:t>
            </a:r>
          </a:p>
          <a:p>
            <a:pPr marL="0" marR="0" indent="0" algn="l">
              <a:lnSpc>
                <a:spcPct val="135000"/>
              </a:lnSpc>
              <a:spcBef>
                <a:spcPts val="0"/>
              </a:spcBef>
              <a:spcAft>
                <a:spcPts val="500"/>
              </a:spcAft>
              <a:buNone/>
            </a:pPr>
            <a:r>
              <a:rPr sz="1200" b="0" i="0" u="none" strike="noStrike" cap="none">
                <a:solidFill>
                  <a:srgbClr val="5A7184">
                    <a:alpha val="100000"/>
                  </a:srgbClr>
                </a:solidFill>
                <a:latin typeface="Yu Gothic"/>
                <a:cs typeface="Yu Gothic"/>
                <a:sym typeface="Yu Gothic"/>
              </a:rPr>
              <a:t>MCMC は 3 チェーン並列。長い処理はバックグラウンド実行</a:t>
            </a:r>
          </a:p>
          <a:p>
            <a:pPr marL="0" marR="0" indent="0" algn="l">
              <a:lnSpc>
                <a:spcPct val="135000"/>
              </a:lnSpc>
              <a:spcBef>
                <a:spcPts val="0"/>
              </a:spcBef>
              <a:spcAft>
                <a:spcPts val="500"/>
              </a:spcAft>
              <a:buNone/>
            </a:pPr>
            <a:r>
              <a:rPr sz="1200" b="0" i="0" u="none" strike="noStrike" cap="none">
                <a:solidFill>
                  <a:srgbClr val="5A7184">
                    <a:alpha val="100000"/>
                  </a:srgbClr>
                </a:solidFill>
                <a:latin typeface="Yu Gothic"/>
                <a:cs typeface="Yu Gothic"/>
                <a:sym typeface="Yu Gothic"/>
              </a:rPr>
              <a:t>全成果物を Kawaguchi フォルダに集約し REPORT.md に統合</a:t>
            </a:r>
          </a:p>
        </p:txBody>
      </p:sp>
      <p:sp>
        <p:nvSpPr>
          <p:cNvPr id="20" name="コンテンツ プレースホルダー 19"/>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3 / 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STEP 2</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重回帰モデルの探索：6 段階</a:t>
            </a:r>
          </a:p>
        </p:txBody>
      </p:sp>
      <p:sp>
        <p:nvSpPr>
          <p:cNvPr id="4" name="コンテンツ プレースホルダー 3"/>
          <p:cNvSpPr>
            <a:spLocks noGrp="1"/>
          </p:cNvSpPr>
          <p:nvPr>
            <p:ph/>
          </p:nvPr>
        </p:nvSpPr>
        <p:spPr>
          <a:xfrm>
            <a:off x="566928" y="1600200"/>
            <a:ext cx="5120640" cy="3200400"/>
          </a:xfrm>
        </p:spPr>
        <p:txBody>
          <a:bodyPr/>
          <a:lstStyle/>
          <a:p>
            <a:pPr marL="0" marR="0" indent="0" algn="l">
              <a:lnSpc>
                <a:spcPct val="130000"/>
              </a:lnSpc>
              <a:spcBef>
                <a:spcPts val="0"/>
              </a:spcBef>
              <a:spcAft>
                <a:spcPts val="1200"/>
              </a:spcAft>
              <a:buNone/>
            </a:pPr>
            <a:r>
              <a:rPr sz="1250" b="0" i="0" u="none" strike="noStrike" cap="none">
                <a:solidFill>
                  <a:srgbClr val="102A43">
                    <a:alpha val="100000"/>
                  </a:srgbClr>
                </a:solidFill>
                <a:latin typeface="Yu Gothic"/>
                <a:cs typeface="Yu Gothic"/>
                <a:sym typeface="Yu Gothic"/>
              </a:rPr>
              <a:t>13 変数の全投入から AIC / BIC ステップワイズ</a:t>
            </a:r>
          </a:p>
          <a:p>
            <a:pPr marL="0" marR="0" indent="0" algn="l">
              <a:lnSpc>
                <a:spcPct val="130000"/>
              </a:lnSpc>
              <a:spcBef>
                <a:spcPts val="0"/>
              </a:spcBef>
              <a:spcAft>
                <a:spcPts val="1200"/>
              </a:spcAft>
              <a:buNone/>
            </a:pPr>
            <a:r>
              <a:rPr sz="1250" b="0" i="0" u="none" strike="noStrike" cap="none">
                <a:solidFill>
                  <a:srgbClr val="102A43">
                    <a:alpha val="100000"/>
                  </a:srgbClr>
                </a:solidFill>
                <a:latin typeface="Yu Gothic"/>
                <a:cs typeface="Yu Gothic"/>
                <a:sym typeface="Yu Gothic"/>
              </a:rPr>
              <a:t>変数ごとに 原変数・log・2 次形を AIC で比較</a:t>
            </a:r>
          </a:p>
          <a:p>
            <a:pPr marL="0" marR="0" indent="0" algn="l">
              <a:lnSpc>
                <a:spcPct val="130000"/>
              </a:lnSpc>
              <a:spcBef>
                <a:spcPts val="0"/>
              </a:spcBef>
              <a:spcAft>
                <a:spcPts val="1200"/>
              </a:spcAft>
              <a:buNone/>
            </a:pPr>
            <a:r>
              <a:rPr sz="1250" b="0" i="0" u="none" strike="noStrike" cap="none">
                <a:solidFill>
                  <a:srgbClr val="102A43">
                    <a:alpha val="100000"/>
                  </a:srgbClr>
                </a:solidFill>
                <a:latin typeface="Yu Gothic"/>
                <a:cs typeface="Yu Gothic"/>
                <a:sym typeface="Yu Gothic"/>
              </a:rPr>
              <a:t>交互作用を候補に追加。中心化で VIF を 186 → 8 に</a:t>
            </a:r>
          </a:p>
          <a:p>
            <a:pPr marL="0" marR="0" indent="0" algn="l">
              <a:lnSpc>
                <a:spcPct val="130000"/>
              </a:lnSpc>
              <a:spcBef>
                <a:spcPts val="0"/>
              </a:spcBef>
              <a:spcAft>
                <a:spcPts val="1200"/>
              </a:spcAft>
              <a:buNone/>
            </a:pPr>
            <a:r>
              <a:rPr sz="1250" b="0" i="0" u="none" strike="noStrike" cap="none">
                <a:solidFill>
                  <a:srgbClr val="102A43">
                    <a:alpha val="100000"/>
                  </a:srgbClr>
                </a:solidFill>
                <a:latin typeface="Yu Gothic"/>
                <a:cs typeface="Yu Gothic"/>
                <a:sym typeface="Yu Gothic"/>
              </a:rPr>
              <a:t>2 次項と交互作用を含む拡張プールで再探索</a:t>
            </a:r>
          </a:p>
          <a:p>
            <a:pPr marL="0" marR="0" indent="0" algn="l">
              <a:lnSpc>
                <a:spcPct val="130000"/>
              </a:lnSpc>
              <a:spcBef>
                <a:spcPts val="0"/>
              </a:spcBef>
              <a:spcAft>
                <a:spcPts val="1200"/>
              </a:spcAft>
              <a:buNone/>
            </a:pPr>
            <a:r>
              <a:rPr sz="1250" b="0" i="0" u="none" strike="noStrike" cap="none">
                <a:solidFill>
                  <a:srgbClr val="102A43">
                    <a:alpha val="100000"/>
                  </a:srgbClr>
                </a:solidFill>
                <a:latin typeface="Yu Gothic"/>
                <a:cs typeface="Yu Gothic"/>
                <a:sym typeface="Yu Gothic"/>
              </a:rPr>
              <a:t>10-fold × 50 回の交差検証で候補を対比較</a:t>
            </a:r>
          </a:p>
          <a:p>
            <a:pPr marL="0" marR="0" indent="0" algn="l">
              <a:lnSpc>
                <a:spcPct val="130000"/>
              </a:lnSpc>
              <a:spcBef>
                <a:spcPts val="0"/>
              </a:spcBef>
              <a:spcAft>
                <a:spcPts val="1200"/>
              </a:spcAft>
              <a:buNone/>
            </a:pPr>
            <a:r>
              <a:rPr sz="1250" b="0" i="0" u="none" strike="noStrike" cap="none">
                <a:solidFill>
                  <a:srgbClr val="102A43">
                    <a:alpha val="100000"/>
                  </a:srgbClr>
                </a:solidFill>
                <a:latin typeface="Yu Gothic"/>
                <a:cs typeface="Yu Gothic"/>
                <a:sym typeface="Yu Gothic"/>
              </a:rPr>
              <a:t>fold ごとに変数選択をやり直す CV で選択バイアスも確認</a:t>
            </a:r>
          </a:p>
        </p:txBody>
      </p:sp>
      <p:pic>
        <p:nvPicPr>
          <p:cNvPr id="5" name="コンテンツ プレースホルダー 4"/>
          <p:cNvPicPr>
            <a:picLocks noGrp="1"/>
          </p:cNvPicPr>
          <p:nvPr>
            <p:ph/>
          </p:nvPr>
        </p:nvPicPr>
        <p:blipFill>
          <a:blip r:embed="rId2"/>
          <a:stretch>
            <a:fillRect/>
          </a:stretch>
        </p:blipFill>
        <p:spPr>
          <a:xfrm>
            <a:off x="566928" y="4983480"/>
            <a:ext cx="5120640" cy="1005840"/>
          </a:xfrm>
          <a:prstGeom prst="rect">
            <a:avLst/>
          </a:prstGeom>
        </p:spPr>
      </p:pic>
      <p:sp>
        <p:nvSpPr>
          <p:cNvPr id="6" name="コンテンツ プレースホルダー 5"/>
          <p:cNvSpPr>
            <a:spLocks noGrp="1"/>
          </p:cNvSpPr>
          <p:nvPr>
            <p:ph/>
          </p:nvPr>
        </p:nvSpPr>
        <p:spPr>
          <a:xfrm>
            <a:off x="786384" y="5120640"/>
            <a:ext cx="4754880" cy="320040"/>
          </a:xfrm>
        </p:spPr>
        <p:txBody>
          <a:bodyPr/>
          <a:lstStyle/>
          <a:p>
            <a:pPr marL="0" marR="0" indent="0" algn="l">
              <a:lnSpc>
                <a:spcPct val="100000"/>
              </a:lnSpc>
              <a:spcBef>
                <a:spcPts val="0"/>
              </a:spcBef>
              <a:spcAft>
                <a:spcPts val="0"/>
              </a:spcAft>
              <a:buNone/>
            </a:pPr>
            <a:r>
              <a:rPr sz="1300" b="1" i="0" u="none" strike="noStrike" cap="none">
                <a:solidFill>
                  <a:srgbClr val="102A43">
                    <a:alpha val="100000"/>
                  </a:srgbClr>
                </a:solidFill>
                <a:latin typeface="Yu Gothic"/>
                <a:cs typeface="Yu Gothic"/>
                <a:sym typeface="Yu Gothic"/>
              </a:rPr>
              <a:t>到達点：M13（19 項）</a:t>
            </a:r>
          </a:p>
        </p:txBody>
      </p:sp>
      <p:sp>
        <p:nvSpPr>
          <p:cNvPr id="7" name="コンテンツ プレースホルダー 6"/>
          <p:cNvSpPr>
            <a:spLocks noGrp="1"/>
          </p:cNvSpPr>
          <p:nvPr>
            <p:ph/>
          </p:nvPr>
        </p:nvSpPr>
        <p:spPr>
          <a:xfrm>
            <a:off x="786384" y="5468112"/>
            <a:ext cx="4754880" cy="320040"/>
          </a:xfrm>
        </p:spPr>
        <p:txBody>
          <a:bodyPr/>
          <a:lstStyle/>
          <a:p>
            <a:pPr marL="0" marR="0" indent="0" algn="l">
              <a:lnSpc>
                <a:spcPct val="100000"/>
              </a:lnSpc>
              <a:spcBef>
                <a:spcPts val="0"/>
              </a:spcBef>
              <a:spcAft>
                <a:spcPts val="0"/>
              </a:spcAft>
              <a:buNone/>
            </a:pPr>
            <a:r>
              <a:rPr sz="1200" b="0" i="0" u="none" strike="noStrike" cap="none">
                <a:solidFill>
                  <a:srgbClr val="5A7184">
                    <a:alpha val="100000"/>
                  </a:srgbClr>
                </a:solidFill>
                <a:latin typeface="Yu Gothic"/>
                <a:cs typeface="Yu Gothic"/>
                <a:sym typeface="Yu Gothic"/>
              </a:rPr>
              <a:t>調整済み R² = 0.863　／　交差検証 RMSE = 0.1602</a:t>
            </a:r>
          </a:p>
        </p:txBody>
      </p:sp>
      <p:pic>
        <p:nvPicPr>
          <p:cNvPr id="8" name="コンテンツ プレースホルダー 7"/>
          <p:cNvPicPr>
            <a:picLocks noGrp="1"/>
          </p:cNvPicPr>
          <p:nvPr>
            <p:ph/>
          </p:nvPr>
        </p:nvPicPr>
        <p:blipFill>
          <a:blip r:embed="rId3"/>
          <a:stretch>
            <a:fillRect/>
          </a:stretch>
        </p:blipFill>
        <p:spPr>
          <a:xfrm>
            <a:off x="5943600" y="1691640"/>
            <a:ext cx="5715000" cy="3191256"/>
          </a:xfrm>
          <a:prstGeom prst="rect">
            <a:avLst/>
          </a:prstGeom>
        </p:spPr>
      </p:pic>
      <p:sp>
        <p:nvSpPr>
          <p:cNvPr id="9" name="コンテンツ プレースホルダー 8"/>
          <p:cNvSpPr>
            <a:spLocks noGrp="1"/>
          </p:cNvSpPr>
          <p:nvPr>
            <p:ph/>
          </p:nvPr>
        </p:nvSpPr>
        <p:spPr>
          <a:xfrm>
            <a:off x="5943600" y="5029200"/>
            <a:ext cx="5715000" cy="274320"/>
          </a:xfrm>
        </p:spPr>
        <p:txBody>
          <a:bodyPr/>
          <a:lstStyle/>
          <a:p>
            <a:pPr marL="0" marR="0" indent="0" algn="l">
              <a:lnSpc>
                <a:spcPct val="100000"/>
              </a:lnSpc>
              <a:spcBef>
                <a:spcPts val="0"/>
              </a:spcBef>
              <a:spcAft>
                <a:spcPts val="0"/>
              </a:spcAft>
              <a:buNone/>
            </a:pPr>
            <a:r>
              <a:rPr sz="1050" b="0" i="0" u="none" strike="noStrike" cap="none">
                <a:solidFill>
                  <a:srgbClr val="5A7184">
                    <a:alpha val="100000"/>
                  </a:srgbClr>
                </a:solidFill>
                <a:latin typeface="Yu Gothic"/>
                <a:cs typeface="Yu Gothic"/>
                <a:sym typeface="Yu Gothic"/>
              </a:rPr>
              <a:t>図：探索段階ごとの交差検証 RMSE（小さいほど良い）</a:t>
            </a:r>
          </a:p>
        </p:txBody>
      </p:sp>
      <p:sp>
        <p:nvSpPr>
          <p:cNvPr id="10" name="コンテンツ プレースホルダー 9"/>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4 / 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STEP 3</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参考モデルとの比較：3 変数で何が足りないか</a:t>
            </a:r>
          </a:p>
        </p:txBody>
      </p:sp>
      <p:pic>
        <p:nvPicPr>
          <p:cNvPr id="4" name="コンテンツ プレースホルダー 3"/>
          <p:cNvPicPr>
            <a:picLocks noGrp="1"/>
          </p:cNvPicPr>
          <p:nvPr>
            <p:ph/>
          </p:nvPr>
        </p:nvPicPr>
        <p:blipFill>
          <a:blip r:embed="rId2"/>
          <a:stretch>
            <a:fillRect/>
          </a:stretch>
        </p:blipFill>
        <p:spPr>
          <a:xfrm>
            <a:off x="566928" y="1463040"/>
            <a:ext cx="5486400" cy="566928"/>
          </a:xfrm>
          <a:prstGeom prst="rect">
            <a:avLst/>
          </a:prstGeom>
        </p:spPr>
      </p:pic>
      <p:sp>
        <p:nvSpPr>
          <p:cNvPr id="5" name="コンテンツ プレースホルダー 4"/>
          <p:cNvSpPr>
            <a:spLocks noGrp="1"/>
          </p:cNvSpPr>
          <p:nvPr>
            <p:ph/>
          </p:nvPr>
        </p:nvSpPr>
        <p:spPr>
          <a:xfrm>
            <a:off x="786384" y="1591056"/>
            <a:ext cx="5120640" cy="365760"/>
          </a:xfrm>
        </p:spPr>
        <p:txBody>
          <a:bodyPr/>
          <a:lstStyle/>
          <a:p>
            <a:pPr marL="0" marR="0" indent="0" algn="l">
              <a:lnSpc>
                <a:spcPct val="100000"/>
              </a:lnSpc>
              <a:spcBef>
                <a:spcPts val="0"/>
              </a:spcBef>
              <a:spcAft>
                <a:spcPts val="0"/>
              </a:spcAft>
              <a:buNone/>
            </a:pPr>
            <a:r>
              <a:rPr sz="1500" b="1" i="0" u="none" strike="noStrike" cap="none">
                <a:solidFill>
                  <a:srgbClr val="FFFFFF">
                    <a:alpha val="100000"/>
                  </a:srgbClr>
                </a:solidFill>
                <a:latin typeface="Yu Gothic"/>
                <a:cs typeface="Yu Gothic"/>
                <a:sym typeface="Yu Gothic"/>
              </a:rPr>
              <a:t>log(CMEDV) ~ CRIM + I(RM^2) + log(LSTAT)</a:t>
            </a:r>
          </a:p>
        </p:txBody>
      </p:sp>
      <p:pic>
        <p:nvPicPr>
          <p:cNvPr id="6" name="コンテンツ プレースホルダー 5"/>
          <p:cNvPicPr>
            <a:picLocks noGrp="1"/>
          </p:cNvPicPr>
          <p:nvPr>
            <p:ph/>
          </p:nvPr>
        </p:nvPicPr>
        <p:blipFill>
          <a:blip r:embed="rId3"/>
          <a:stretch>
            <a:fillRect/>
          </a:stretch>
        </p:blipFill>
        <p:spPr>
          <a:xfrm>
            <a:off x="566928" y="2194560"/>
            <a:ext cx="5486400" cy="1600200"/>
          </a:xfrm>
          <a:prstGeom prst="rect">
            <a:avLst/>
          </a:prstGeom>
        </p:spPr>
      </p:pic>
      <p:sp>
        <p:nvSpPr>
          <p:cNvPr id="7" name="コンテンツ プレースホルダー 6"/>
          <p:cNvSpPr>
            <a:spLocks noGrp="1"/>
          </p:cNvSpPr>
          <p:nvPr>
            <p:ph/>
          </p:nvPr>
        </p:nvSpPr>
        <p:spPr>
          <a:xfrm>
            <a:off x="804672" y="2377440"/>
            <a:ext cx="5010912" cy="128016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簡潔さは長所</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3 変数で R² = 0.753、全係数が 0.1% 水準で有意</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RESET 検定 p = 0.352、最大 VIF 2.06</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ベンチマークとしては十分に機能する</a:t>
            </a:r>
          </a:p>
        </p:txBody>
      </p:sp>
      <p:pic>
        <p:nvPicPr>
          <p:cNvPr id="8" name="コンテンツ プレースホルダー 7"/>
          <p:cNvPicPr>
            <a:picLocks noGrp="1"/>
          </p:cNvPicPr>
          <p:nvPr>
            <p:ph/>
          </p:nvPr>
        </p:nvPicPr>
        <p:blipFill>
          <a:blip r:embed="rId4"/>
          <a:stretch>
            <a:fillRect/>
          </a:stretch>
        </p:blipFill>
        <p:spPr>
          <a:xfrm>
            <a:off x="566928" y="3977640"/>
            <a:ext cx="5486400" cy="2011680"/>
          </a:xfrm>
          <a:prstGeom prst="rect">
            <a:avLst/>
          </a:prstGeom>
        </p:spPr>
      </p:pic>
      <p:sp>
        <p:nvSpPr>
          <p:cNvPr id="9" name="コンテンツ プレースホルダー 8"/>
          <p:cNvSpPr>
            <a:spLocks noGrp="1"/>
          </p:cNvSpPr>
          <p:nvPr>
            <p:ph/>
          </p:nvPr>
        </p:nvSpPr>
        <p:spPr>
          <a:xfrm>
            <a:off x="804672" y="4160520"/>
            <a:ext cx="5010912" cy="169164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しかし系統的な情報が残る</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入れ子 F 検定 F(16, 486) = 26.61、p &lt; 2.2e-16 で棄却</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参考モデルの残差平方和の 46.7% を M13 が追加で説明</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残差を追加変数に回帰すると R² = 0.221</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CRIM の係数は 3.2 倍過大（省略変数バイアス）</a:t>
            </a:r>
          </a:p>
        </p:txBody>
      </p:sp>
      <p:pic>
        <p:nvPicPr>
          <p:cNvPr id="10" name="コンテンツ プレースホルダー 9"/>
          <p:cNvPicPr>
            <a:picLocks noGrp="1"/>
          </p:cNvPicPr>
          <p:nvPr>
            <p:ph/>
          </p:nvPr>
        </p:nvPicPr>
        <p:blipFill>
          <a:blip r:embed="rId5"/>
          <a:stretch>
            <a:fillRect/>
          </a:stretch>
        </p:blipFill>
        <p:spPr>
          <a:xfrm>
            <a:off x="6327648" y="1463040"/>
            <a:ext cx="5303520" cy="402336"/>
          </a:xfrm>
          <a:prstGeom prst="rect">
            <a:avLst/>
          </a:prstGeom>
        </p:spPr>
      </p:pic>
      <p:sp>
        <p:nvSpPr>
          <p:cNvPr id="11" name="コンテンツ プレースホルダー 10"/>
          <p:cNvSpPr>
            <a:spLocks noGrp="1"/>
          </p:cNvSpPr>
          <p:nvPr>
            <p:ph/>
          </p:nvPr>
        </p:nvSpPr>
        <p:spPr>
          <a:xfrm>
            <a:off x="6437376" y="1545336"/>
            <a:ext cx="2066544" cy="292608"/>
          </a:xfrm>
        </p:spPr>
        <p:txBody>
          <a:bodyPr/>
          <a:lstStyle/>
          <a:p>
            <a:pPr marL="0" marR="0" indent="0" algn="l">
              <a:lnSpc>
                <a:spcPct val="100000"/>
              </a:lnSpc>
              <a:spcBef>
                <a:spcPts val="0"/>
              </a:spcBef>
              <a:spcAft>
                <a:spcPts val="0"/>
              </a:spcAft>
              <a:buNone/>
            </a:pPr>
            <a:r>
              <a:rPr sz="1200" b="1" i="0" u="none" strike="noStrike" cap="none">
                <a:solidFill>
                  <a:srgbClr val="FFFFFF">
                    <a:alpha val="100000"/>
                  </a:srgbClr>
                </a:solidFill>
                <a:latin typeface="Yu Gothic"/>
                <a:cs typeface="Yu Gothic"/>
                <a:sym typeface="Yu Gothic"/>
              </a:rPr>
              <a:t>指標</a:t>
            </a:r>
          </a:p>
        </p:txBody>
      </p:sp>
      <p:sp>
        <p:nvSpPr>
          <p:cNvPr id="12" name="コンテンツ プレースホルダー 11"/>
          <p:cNvSpPr>
            <a:spLocks noGrp="1"/>
          </p:cNvSpPr>
          <p:nvPr>
            <p:ph/>
          </p:nvPr>
        </p:nvSpPr>
        <p:spPr>
          <a:xfrm>
            <a:off x="8723376" y="1545336"/>
            <a:ext cx="1289304" cy="292608"/>
          </a:xfrm>
        </p:spPr>
        <p:txBody>
          <a:bodyPr/>
          <a:lstStyle/>
          <a:p>
            <a:pPr marL="0" marR="0" indent="0" algn="ctr">
              <a:lnSpc>
                <a:spcPct val="100000"/>
              </a:lnSpc>
              <a:spcBef>
                <a:spcPts val="0"/>
              </a:spcBef>
              <a:spcAft>
                <a:spcPts val="0"/>
              </a:spcAft>
              <a:buNone/>
            </a:pPr>
            <a:r>
              <a:rPr sz="1200" b="1" i="0" u="none" strike="noStrike" cap="none">
                <a:solidFill>
                  <a:srgbClr val="FFFFFF">
                    <a:alpha val="100000"/>
                  </a:srgbClr>
                </a:solidFill>
                <a:latin typeface="Yu Gothic"/>
                <a:cs typeface="Yu Gothic"/>
                <a:sym typeface="Yu Gothic"/>
              </a:rPr>
              <a:t>参考モデル</a:t>
            </a:r>
          </a:p>
        </p:txBody>
      </p:sp>
      <p:sp>
        <p:nvSpPr>
          <p:cNvPr id="13" name="コンテンツ プレースホルダー 12"/>
          <p:cNvSpPr>
            <a:spLocks noGrp="1"/>
          </p:cNvSpPr>
          <p:nvPr>
            <p:ph/>
          </p:nvPr>
        </p:nvSpPr>
        <p:spPr>
          <a:xfrm>
            <a:off x="10232136" y="1545336"/>
            <a:ext cx="1289304" cy="292608"/>
          </a:xfrm>
        </p:spPr>
        <p:txBody>
          <a:bodyPr/>
          <a:lstStyle/>
          <a:p>
            <a:pPr marL="0" marR="0" indent="0" algn="ctr">
              <a:lnSpc>
                <a:spcPct val="100000"/>
              </a:lnSpc>
              <a:spcBef>
                <a:spcPts val="0"/>
              </a:spcBef>
              <a:spcAft>
                <a:spcPts val="0"/>
              </a:spcAft>
              <a:buNone/>
            </a:pPr>
            <a:r>
              <a:rPr sz="1200" b="1" i="0" u="none" strike="noStrike" cap="none">
                <a:solidFill>
                  <a:srgbClr val="FFFFFF">
                    <a:alpha val="100000"/>
                  </a:srgbClr>
                </a:solidFill>
                <a:latin typeface="Yu Gothic"/>
                <a:cs typeface="Yu Gothic"/>
                <a:sym typeface="Yu Gothic"/>
              </a:rPr>
              <a:t>最終 M13</a:t>
            </a:r>
          </a:p>
        </p:txBody>
      </p:sp>
      <p:sp>
        <p:nvSpPr>
          <p:cNvPr id="14" name="コンテンツ プレースホルダー 13"/>
          <p:cNvSpPr>
            <a:spLocks noGrp="1"/>
          </p:cNvSpPr>
          <p:nvPr>
            <p:ph/>
          </p:nvPr>
        </p:nvSpPr>
        <p:spPr>
          <a:xfrm>
            <a:off x="6437376" y="1938528"/>
            <a:ext cx="2066544" cy="329184"/>
          </a:xfrm>
        </p:spPr>
        <p:txBody>
          <a:bodyPr/>
          <a:lstStyle/>
          <a:p>
            <a:pPr marL="0" marR="0" indent="0" algn="l">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説明変数の数</a:t>
            </a:r>
          </a:p>
        </p:txBody>
      </p:sp>
      <p:sp>
        <p:nvSpPr>
          <p:cNvPr id="15" name="コンテンツ プレースホルダー 14"/>
          <p:cNvSpPr>
            <a:spLocks noGrp="1"/>
          </p:cNvSpPr>
          <p:nvPr>
            <p:ph/>
          </p:nvPr>
        </p:nvSpPr>
        <p:spPr>
          <a:xfrm>
            <a:off x="8723376" y="1938528"/>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3</a:t>
            </a:r>
          </a:p>
        </p:txBody>
      </p:sp>
      <p:sp>
        <p:nvSpPr>
          <p:cNvPr id="16" name="コンテンツ プレースホルダー 15"/>
          <p:cNvSpPr>
            <a:spLocks noGrp="1"/>
          </p:cNvSpPr>
          <p:nvPr>
            <p:ph/>
          </p:nvPr>
        </p:nvSpPr>
        <p:spPr>
          <a:xfrm>
            <a:off x="10232136" y="1938528"/>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19</a:t>
            </a:r>
          </a:p>
        </p:txBody>
      </p:sp>
      <p:pic>
        <p:nvPicPr>
          <p:cNvPr id="17" name="コンテンツ プレースホルダー 16"/>
          <p:cNvPicPr>
            <a:picLocks noGrp="1"/>
          </p:cNvPicPr>
          <p:nvPr>
            <p:ph/>
          </p:nvPr>
        </p:nvPicPr>
        <p:blipFill>
          <a:blip r:embed="rId6"/>
          <a:stretch>
            <a:fillRect/>
          </a:stretch>
        </p:blipFill>
        <p:spPr>
          <a:xfrm>
            <a:off x="6327648" y="2286000"/>
            <a:ext cx="5303520" cy="420624"/>
          </a:xfrm>
          <a:prstGeom prst="rect">
            <a:avLst/>
          </a:prstGeom>
        </p:spPr>
      </p:pic>
      <p:sp>
        <p:nvSpPr>
          <p:cNvPr id="18" name="コンテンツ プレースホルダー 17"/>
          <p:cNvSpPr>
            <a:spLocks noGrp="1"/>
          </p:cNvSpPr>
          <p:nvPr>
            <p:ph/>
          </p:nvPr>
        </p:nvSpPr>
        <p:spPr>
          <a:xfrm>
            <a:off x="6437376" y="2359152"/>
            <a:ext cx="2066544" cy="329184"/>
          </a:xfrm>
        </p:spPr>
        <p:txBody>
          <a:bodyPr/>
          <a:lstStyle/>
          <a:p>
            <a:pPr marL="0" marR="0" indent="0" algn="l">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調整済み R²</a:t>
            </a:r>
          </a:p>
        </p:txBody>
      </p:sp>
      <p:sp>
        <p:nvSpPr>
          <p:cNvPr id="19" name="コンテンツ プレースホルダー 18"/>
          <p:cNvSpPr>
            <a:spLocks noGrp="1"/>
          </p:cNvSpPr>
          <p:nvPr>
            <p:ph/>
          </p:nvPr>
        </p:nvSpPr>
        <p:spPr>
          <a:xfrm>
            <a:off x="8723376" y="2359152"/>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0.7513</a:t>
            </a:r>
          </a:p>
        </p:txBody>
      </p:sp>
      <p:sp>
        <p:nvSpPr>
          <p:cNvPr id="20" name="コンテンツ プレースホルダー 19"/>
          <p:cNvSpPr>
            <a:spLocks noGrp="1"/>
          </p:cNvSpPr>
          <p:nvPr>
            <p:ph/>
          </p:nvPr>
        </p:nvSpPr>
        <p:spPr>
          <a:xfrm>
            <a:off x="10232136" y="2359152"/>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0.8631</a:t>
            </a:r>
          </a:p>
        </p:txBody>
      </p:sp>
      <p:sp>
        <p:nvSpPr>
          <p:cNvPr id="21" name="コンテンツ プレースホルダー 20"/>
          <p:cNvSpPr>
            <a:spLocks noGrp="1"/>
          </p:cNvSpPr>
          <p:nvPr>
            <p:ph/>
          </p:nvPr>
        </p:nvSpPr>
        <p:spPr>
          <a:xfrm>
            <a:off x="6437376" y="2779776"/>
            <a:ext cx="2066544" cy="329184"/>
          </a:xfrm>
        </p:spPr>
        <p:txBody>
          <a:bodyPr/>
          <a:lstStyle/>
          <a:p>
            <a:pPr marL="0" marR="0" indent="0" algn="l">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交差検証 RMSE</a:t>
            </a:r>
          </a:p>
        </p:txBody>
      </p:sp>
      <p:sp>
        <p:nvSpPr>
          <p:cNvPr id="22" name="コンテンツ プレースホルダー 21"/>
          <p:cNvSpPr>
            <a:spLocks noGrp="1"/>
          </p:cNvSpPr>
          <p:nvPr>
            <p:ph/>
          </p:nvPr>
        </p:nvSpPr>
        <p:spPr>
          <a:xfrm>
            <a:off x="8723376" y="2779776"/>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0.2061</a:t>
            </a:r>
          </a:p>
        </p:txBody>
      </p:sp>
      <p:sp>
        <p:nvSpPr>
          <p:cNvPr id="23" name="コンテンツ プレースホルダー 22"/>
          <p:cNvSpPr>
            <a:spLocks noGrp="1"/>
          </p:cNvSpPr>
          <p:nvPr>
            <p:ph/>
          </p:nvPr>
        </p:nvSpPr>
        <p:spPr>
          <a:xfrm>
            <a:off x="10232136" y="2779776"/>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0.1602</a:t>
            </a:r>
          </a:p>
        </p:txBody>
      </p:sp>
      <p:pic>
        <p:nvPicPr>
          <p:cNvPr id="24" name="コンテンツ プレースホルダー 23"/>
          <p:cNvPicPr>
            <a:picLocks noGrp="1"/>
          </p:cNvPicPr>
          <p:nvPr>
            <p:ph/>
          </p:nvPr>
        </p:nvPicPr>
        <p:blipFill>
          <a:blip r:embed="rId6"/>
          <a:stretch>
            <a:fillRect/>
          </a:stretch>
        </p:blipFill>
        <p:spPr>
          <a:xfrm>
            <a:off x="6327648" y="3127248"/>
            <a:ext cx="5303520" cy="420624"/>
          </a:xfrm>
          <a:prstGeom prst="rect">
            <a:avLst/>
          </a:prstGeom>
        </p:spPr>
      </p:pic>
      <p:sp>
        <p:nvSpPr>
          <p:cNvPr id="25" name="コンテンツ プレースホルダー 24"/>
          <p:cNvSpPr>
            <a:spLocks noGrp="1"/>
          </p:cNvSpPr>
          <p:nvPr>
            <p:ph/>
          </p:nvPr>
        </p:nvSpPr>
        <p:spPr>
          <a:xfrm>
            <a:off x="6437376" y="3200400"/>
            <a:ext cx="2066544" cy="329184"/>
          </a:xfrm>
        </p:spPr>
        <p:txBody>
          <a:bodyPr/>
          <a:lstStyle/>
          <a:p>
            <a:pPr marL="0" marR="0" indent="0" algn="l">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元単位 MAPE</a:t>
            </a:r>
          </a:p>
        </p:txBody>
      </p:sp>
      <p:sp>
        <p:nvSpPr>
          <p:cNvPr id="26" name="コンテンツ プレースホルダー 25"/>
          <p:cNvSpPr>
            <a:spLocks noGrp="1"/>
          </p:cNvSpPr>
          <p:nvPr>
            <p:ph/>
          </p:nvPr>
        </p:nvSpPr>
        <p:spPr>
          <a:xfrm>
            <a:off x="8723376" y="3200400"/>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15.8%</a:t>
            </a:r>
          </a:p>
        </p:txBody>
      </p:sp>
      <p:sp>
        <p:nvSpPr>
          <p:cNvPr id="27" name="コンテンツ プレースホルダー 26"/>
          <p:cNvSpPr>
            <a:spLocks noGrp="1"/>
          </p:cNvSpPr>
          <p:nvPr>
            <p:ph/>
          </p:nvPr>
        </p:nvSpPr>
        <p:spPr>
          <a:xfrm>
            <a:off x="10232136" y="3200400"/>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11.0%</a:t>
            </a:r>
          </a:p>
        </p:txBody>
      </p:sp>
      <p:sp>
        <p:nvSpPr>
          <p:cNvPr id="28" name="コンテンツ プレースホルダー 27"/>
          <p:cNvSpPr>
            <a:spLocks noGrp="1"/>
          </p:cNvSpPr>
          <p:nvPr>
            <p:ph/>
          </p:nvPr>
        </p:nvSpPr>
        <p:spPr>
          <a:xfrm>
            <a:off x="6437376" y="3621024"/>
            <a:ext cx="2066544" cy="329184"/>
          </a:xfrm>
        </p:spPr>
        <p:txBody>
          <a:bodyPr/>
          <a:lstStyle/>
          <a:p>
            <a:pPr marL="0" marR="0" indent="0" algn="l">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残差 Moran's I</a:t>
            </a:r>
          </a:p>
        </p:txBody>
      </p:sp>
      <p:sp>
        <p:nvSpPr>
          <p:cNvPr id="29" name="コンテンツ プレースホルダー 28"/>
          <p:cNvSpPr>
            <a:spLocks noGrp="1"/>
          </p:cNvSpPr>
          <p:nvPr>
            <p:ph/>
          </p:nvPr>
        </p:nvSpPr>
        <p:spPr>
          <a:xfrm>
            <a:off x="8723376" y="3621024"/>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0.548</a:t>
            </a:r>
          </a:p>
        </p:txBody>
      </p:sp>
      <p:sp>
        <p:nvSpPr>
          <p:cNvPr id="30" name="コンテンツ プレースホルダー 29"/>
          <p:cNvSpPr>
            <a:spLocks noGrp="1"/>
          </p:cNvSpPr>
          <p:nvPr>
            <p:ph/>
          </p:nvPr>
        </p:nvSpPr>
        <p:spPr>
          <a:xfrm>
            <a:off x="10232136" y="3621024"/>
            <a:ext cx="1289304" cy="329184"/>
          </a:xfrm>
        </p:spPr>
        <p:txBody>
          <a:bodyPr/>
          <a:lstStyle/>
          <a:p>
            <a:pPr marL="0" marR="0" indent="0" algn="ctr">
              <a:lnSpc>
                <a:spcPct val="100000"/>
              </a:lnSpc>
              <a:spcBef>
                <a:spcPts val="0"/>
              </a:spcBef>
              <a:spcAft>
                <a:spcPts val="0"/>
              </a:spcAft>
              <a:buNone/>
            </a:pPr>
            <a:r>
              <a:rPr sz="1200" b="0" i="0" u="none" strike="noStrike" cap="none">
                <a:solidFill>
                  <a:srgbClr val="102A43">
                    <a:alpha val="100000"/>
                  </a:srgbClr>
                </a:solidFill>
                <a:latin typeface="Yu Gothic"/>
                <a:cs typeface="Yu Gothic"/>
                <a:sym typeface="Yu Gothic"/>
              </a:rPr>
              <a:t>0.280</a:t>
            </a:r>
          </a:p>
        </p:txBody>
      </p:sp>
      <p:pic>
        <p:nvPicPr>
          <p:cNvPr id="31" name="コンテンツ プレースホルダー 30"/>
          <p:cNvPicPr>
            <a:picLocks noGrp="1"/>
          </p:cNvPicPr>
          <p:nvPr>
            <p:ph/>
          </p:nvPr>
        </p:nvPicPr>
        <p:blipFill>
          <a:blip r:embed="rId7"/>
          <a:stretch>
            <a:fillRect/>
          </a:stretch>
        </p:blipFill>
        <p:spPr>
          <a:xfrm>
            <a:off x="6327648" y="4160520"/>
            <a:ext cx="5303520" cy="1371600"/>
          </a:xfrm>
          <a:prstGeom prst="rect">
            <a:avLst/>
          </a:prstGeom>
        </p:spPr>
      </p:pic>
      <p:sp>
        <p:nvSpPr>
          <p:cNvPr id="32" name="コンテンツ プレースホルダー 31"/>
          <p:cNvSpPr>
            <a:spLocks noGrp="1"/>
          </p:cNvSpPr>
          <p:nvPr>
            <p:ph/>
          </p:nvPr>
        </p:nvSpPr>
        <p:spPr>
          <a:xfrm>
            <a:off x="6565392" y="4343400"/>
            <a:ext cx="4828032" cy="105156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非入れ子の J 検定</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参考モデルは M13 の情報を包含できず棄却される。</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ただし M13 は解釈を犠牲にしている（最大 VIF 33.7）。</a:t>
            </a:r>
          </a:p>
        </p:txBody>
      </p:sp>
      <p:sp>
        <p:nvSpPr>
          <p:cNvPr id="33" name="コンテンツ プレースホルダー 32"/>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5 / 12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STEP 4</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解釈可能性を担保する制約を設計する</a:t>
            </a:r>
          </a:p>
        </p:txBody>
      </p:sp>
      <p:pic>
        <p:nvPicPr>
          <p:cNvPr id="4" name="コンテンツ プレースホルダー 3"/>
          <p:cNvPicPr>
            <a:picLocks noGrp="1"/>
          </p:cNvPicPr>
          <p:nvPr>
            <p:ph/>
          </p:nvPr>
        </p:nvPicPr>
        <p:blipFill>
          <a:blip r:embed="rId2"/>
          <a:stretch>
            <a:fillRect/>
          </a:stretch>
        </p:blipFill>
        <p:spPr>
          <a:xfrm>
            <a:off x="566928" y="1444752"/>
            <a:ext cx="2670048" cy="987552"/>
          </a:xfrm>
          <a:prstGeom prst="rect">
            <a:avLst/>
          </a:prstGeom>
        </p:spPr>
      </p:pic>
      <p:sp>
        <p:nvSpPr>
          <p:cNvPr id="5" name="コンテンツ プレースホルダー 4"/>
          <p:cNvSpPr>
            <a:spLocks noGrp="1"/>
          </p:cNvSpPr>
          <p:nvPr>
            <p:ph/>
          </p:nvPr>
        </p:nvSpPr>
        <p:spPr>
          <a:xfrm>
            <a:off x="749808" y="1572768"/>
            <a:ext cx="2377440" cy="310896"/>
          </a:xfrm>
        </p:spPr>
        <p:txBody>
          <a:bodyPr/>
          <a:lstStyle/>
          <a:p>
            <a:pPr marL="0" marR="0" indent="0" algn="l">
              <a:lnSpc>
                <a:spcPct val="100000"/>
              </a:lnSpc>
              <a:spcBef>
                <a:spcPts val="0"/>
              </a:spcBef>
              <a:spcAft>
                <a:spcPts val="0"/>
              </a:spcAft>
              <a:buNone/>
            </a:pPr>
            <a:r>
              <a:rPr sz="1250" b="1" i="0" u="none" strike="noStrike" cap="none">
                <a:solidFill>
                  <a:srgbClr val="12608A">
                    <a:alpha val="100000"/>
                  </a:srgbClr>
                </a:solidFill>
                <a:latin typeface="Yu Gothic"/>
                <a:cs typeface="Yu Gothic"/>
                <a:sym typeface="Yu Gothic"/>
              </a:rPr>
              <a:t>R1　加法性</a:t>
            </a:r>
          </a:p>
        </p:txBody>
      </p:sp>
      <p:sp>
        <p:nvSpPr>
          <p:cNvPr id="6" name="コンテンツ プレースホルダー 5"/>
          <p:cNvSpPr>
            <a:spLocks noGrp="1"/>
          </p:cNvSpPr>
          <p:nvPr>
            <p:ph/>
          </p:nvPr>
        </p:nvSpPr>
        <p:spPr>
          <a:xfrm>
            <a:off x="749808" y="1947672"/>
            <a:ext cx="2377440" cy="38404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交互作用を入れない</a:t>
            </a:r>
          </a:p>
        </p:txBody>
      </p:sp>
      <p:pic>
        <p:nvPicPr>
          <p:cNvPr id="7" name="コンテンツ プレースホルダー 6"/>
          <p:cNvPicPr>
            <a:picLocks noGrp="1"/>
          </p:cNvPicPr>
          <p:nvPr>
            <p:ph/>
          </p:nvPr>
        </p:nvPicPr>
        <p:blipFill>
          <a:blip r:embed="rId2"/>
          <a:stretch>
            <a:fillRect/>
          </a:stretch>
        </p:blipFill>
        <p:spPr>
          <a:xfrm>
            <a:off x="3419856" y="1444752"/>
            <a:ext cx="2670048" cy="987552"/>
          </a:xfrm>
          <a:prstGeom prst="rect">
            <a:avLst/>
          </a:prstGeom>
        </p:spPr>
      </p:pic>
      <p:sp>
        <p:nvSpPr>
          <p:cNvPr id="8" name="コンテンツ プレースホルダー 7"/>
          <p:cNvSpPr>
            <a:spLocks noGrp="1"/>
          </p:cNvSpPr>
          <p:nvPr>
            <p:ph/>
          </p:nvPr>
        </p:nvSpPr>
        <p:spPr>
          <a:xfrm>
            <a:off x="3602736" y="1572768"/>
            <a:ext cx="2377440" cy="310896"/>
          </a:xfrm>
        </p:spPr>
        <p:txBody>
          <a:bodyPr/>
          <a:lstStyle/>
          <a:p>
            <a:pPr marL="0" marR="0" indent="0" algn="l">
              <a:lnSpc>
                <a:spcPct val="100000"/>
              </a:lnSpc>
              <a:spcBef>
                <a:spcPts val="0"/>
              </a:spcBef>
              <a:spcAft>
                <a:spcPts val="0"/>
              </a:spcAft>
              <a:buNone/>
            </a:pPr>
            <a:r>
              <a:rPr sz="1250" b="1" i="0" u="none" strike="noStrike" cap="none">
                <a:solidFill>
                  <a:srgbClr val="12608A">
                    <a:alpha val="100000"/>
                  </a:srgbClr>
                </a:solidFill>
                <a:latin typeface="Yu Gothic"/>
                <a:cs typeface="Yu Gothic"/>
                <a:sym typeface="Yu Gothic"/>
              </a:rPr>
              <a:t>R2　単調性</a:t>
            </a:r>
          </a:p>
        </p:txBody>
      </p:sp>
      <p:sp>
        <p:nvSpPr>
          <p:cNvPr id="9" name="コンテンツ プレースホルダー 8"/>
          <p:cNvSpPr>
            <a:spLocks noGrp="1"/>
          </p:cNvSpPr>
          <p:nvPr>
            <p:ph/>
          </p:nvPr>
        </p:nvSpPr>
        <p:spPr>
          <a:xfrm>
            <a:off x="3602736" y="1947672"/>
            <a:ext cx="2377440" cy="38404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2 次項を入れない</a:t>
            </a:r>
          </a:p>
        </p:txBody>
      </p:sp>
      <p:pic>
        <p:nvPicPr>
          <p:cNvPr id="10" name="コンテンツ プレースホルダー 9"/>
          <p:cNvPicPr>
            <a:picLocks noGrp="1"/>
          </p:cNvPicPr>
          <p:nvPr>
            <p:ph/>
          </p:nvPr>
        </p:nvPicPr>
        <p:blipFill>
          <a:blip r:embed="rId2"/>
          <a:stretch>
            <a:fillRect/>
          </a:stretch>
        </p:blipFill>
        <p:spPr>
          <a:xfrm>
            <a:off x="6272784" y="1444752"/>
            <a:ext cx="2670048" cy="987552"/>
          </a:xfrm>
          <a:prstGeom prst="rect">
            <a:avLst/>
          </a:prstGeom>
        </p:spPr>
      </p:pic>
      <p:sp>
        <p:nvSpPr>
          <p:cNvPr id="11" name="コンテンツ プレースホルダー 10"/>
          <p:cNvSpPr>
            <a:spLocks noGrp="1"/>
          </p:cNvSpPr>
          <p:nvPr>
            <p:ph/>
          </p:nvPr>
        </p:nvSpPr>
        <p:spPr>
          <a:xfrm>
            <a:off x="6455664" y="1572768"/>
            <a:ext cx="2377440" cy="310896"/>
          </a:xfrm>
        </p:spPr>
        <p:txBody>
          <a:bodyPr/>
          <a:lstStyle/>
          <a:p>
            <a:pPr marL="0" marR="0" indent="0" algn="l">
              <a:lnSpc>
                <a:spcPct val="100000"/>
              </a:lnSpc>
              <a:spcBef>
                <a:spcPts val="0"/>
              </a:spcBef>
              <a:spcAft>
                <a:spcPts val="0"/>
              </a:spcAft>
              <a:buNone/>
            </a:pPr>
            <a:r>
              <a:rPr sz="1250" b="1" i="0" u="none" strike="noStrike" cap="none">
                <a:solidFill>
                  <a:srgbClr val="12608A">
                    <a:alpha val="100000"/>
                  </a:srgbClr>
                </a:solidFill>
                <a:latin typeface="Yu Gothic"/>
                <a:cs typeface="Yu Gothic"/>
                <a:sym typeface="Yu Gothic"/>
              </a:rPr>
              <a:t>R3　一変数一形</a:t>
            </a:r>
          </a:p>
        </p:txBody>
      </p:sp>
      <p:sp>
        <p:nvSpPr>
          <p:cNvPr id="12" name="コンテンツ プレースホルダー 11"/>
          <p:cNvSpPr>
            <a:spLocks noGrp="1"/>
          </p:cNvSpPr>
          <p:nvPr>
            <p:ph/>
          </p:nvPr>
        </p:nvSpPr>
        <p:spPr>
          <a:xfrm>
            <a:off x="6455664" y="1947672"/>
            <a:ext cx="2377440" cy="38404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原変数か log の一方だけ</a:t>
            </a:r>
          </a:p>
        </p:txBody>
      </p:sp>
      <p:pic>
        <p:nvPicPr>
          <p:cNvPr id="13" name="コンテンツ プレースホルダー 12"/>
          <p:cNvPicPr>
            <a:picLocks noGrp="1"/>
          </p:cNvPicPr>
          <p:nvPr>
            <p:ph/>
          </p:nvPr>
        </p:nvPicPr>
        <p:blipFill>
          <a:blip r:embed="rId2"/>
          <a:stretch>
            <a:fillRect/>
          </a:stretch>
        </p:blipFill>
        <p:spPr>
          <a:xfrm>
            <a:off x="9125712" y="1444752"/>
            <a:ext cx="2670048" cy="987552"/>
          </a:xfrm>
          <a:prstGeom prst="rect">
            <a:avLst/>
          </a:prstGeom>
        </p:spPr>
      </p:pic>
      <p:sp>
        <p:nvSpPr>
          <p:cNvPr id="14" name="コンテンツ プレースホルダー 13"/>
          <p:cNvSpPr>
            <a:spLocks noGrp="1"/>
          </p:cNvSpPr>
          <p:nvPr>
            <p:ph/>
          </p:nvPr>
        </p:nvSpPr>
        <p:spPr>
          <a:xfrm>
            <a:off x="9308592" y="1572768"/>
            <a:ext cx="2377440" cy="310896"/>
          </a:xfrm>
        </p:spPr>
        <p:txBody>
          <a:bodyPr/>
          <a:lstStyle/>
          <a:p>
            <a:pPr marL="0" marR="0" indent="0" algn="l">
              <a:lnSpc>
                <a:spcPct val="100000"/>
              </a:lnSpc>
              <a:spcBef>
                <a:spcPts val="0"/>
              </a:spcBef>
              <a:spcAft>
                <a:spcPts val="0"/>
              </a:spcAft>
              <a:buNone/>
            </a:pPr>
            <a:r>
              <a:rPr sz="1250" b="1" i="0" u="none" strike="noStrike" cap="none">
                <a:solidFill>
                  <a:srgbClr val="12608A">
                    <a:alpha val="100000"/>
                  </a:srgbClr>
                </a:solidFill>
                <a:latin typeface="Yu Gothic"/>
                <a:cs typeface="Yu Gothic"/>
                <a:sym typeface="Yu Gothic"/>
              </a:rPr>
              <a:t>R4　符号整合</a:t>
            </a:r>
          </a:p>
        </p:txBody>
      </p:sp>
      <p:sp>
        <p:nvSpPr>
          <p:cNvPr id="15" name="コンテンツ プレースホルダー 14"/>
          <p:cNvSpPr>
            <a:spLocks noGrp="1"/>
          </p:cNvSpPr>
          <p:nvPr>
            <p:ph/>
          </p:nvPr>
        </p:nvSpPr>
        <p:spPr>
          <a:xfrm>
            <a:off x="9308592" y="1947672"/>
            <a:ext cx="2377440" cy="38404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理論と合う符号のみ採用</a:t>
            </a:r>
          </a:p>
        </p:txBody>
      </p:sp>
      <p:pic>
        <p:nvPicPr>
          <p:cNvPr id="16" name="コンテンツ プレースホルダー 15"/>
          <p:cNvPicPr>
            <a:picLocks noGrp="1"/>
          </p:cNvPicPr>
          <p:nvPr>
            <p:ph/>
          </p:nvPr>
        </p:nvPicPr>
        <p:blipFill>
          <a:blip r:embed="rId2"/>
          <a:stretch>
            <a:fillRect/>
          </a:stretch>
        </p:blipFill>
        <p:spPr>
          <a:xfrm>
            <a:off x="566928" y="2578608"/>
            <a:ext cx="2670048" cy="987552"/>
          </a:xfrm>
          <a:prstGeom prst="rect">
            <a:avLst/>
          </a:prstGeom>
        </p:spPr>
      </p:pic>
      <p:sp>
        <p:nvSpPr>
          <p:cNvPr id="17" name="コンテンツ プレースホルダー 16"/>
          <p:cNvSpPr>
            <a:spLocks noGrp="1"/>
          </p:cNvSpPr>
          <p:nvPr>
            <p:ph/>
          </p:nvPr>
        </p:nvSpPr>
        <p:spPr>
          <a:xfrm>
            <a:off x="749808" y="2706624"/>
            <a:ext cx="2377440" cy="310896"/>
          </a:xfrm>
        </p:spPr>
        <p:txBody>
          <a:bodyPr/>
          <a:lstStyle/>
          <a:p>
            <a:pPr marL="0" marR="0" indent="0" algn="l">
              <a:lnSpc>
                <a:spcPct val="100000"/>
              </a:lnSpc>
              <a:spcBef>
                <a:spcPts val="0"/>
              </a:spcBef>
              <a:spcAft>
                <a:spcPts val="0"/>
              </a:spcAft>
              <a:buNone/>
            </a:pPr>
            <a:r>
              <a:rPr sz="1250" b="1" i="0" u="none" strike="noStrike" cap="none">
                <a:solidFill>
                  <a:srgbClr val="12608A">
                    <a:alpha val="100000"/>
                  </a:srgbClr>
                </a:solidFill>
                <a:latin typeface="Yu Gothic"/>
                <a:cs typeface="Yu Gothic"/>
                <a:sym typeface="Yu Gothic"/>
              </a:rPr>
              <a:t>R5　簡潔性</a:t>
            </a:r>
          </a:p>
        </p:txBody>
      </p:sp>
      <p:sp>
        <p:nvSpPr>
          <p:cNvPr id="18" name="コンテンツ プレースホルダー 17"/>
          <p:cNvSpPr>
            <a:spLocks noGrp="1"/>
          </p:cNvSpPr>
          <p:nvPr>
            <p:ph/>
          </p:nvPr>
        </p:nvSpPr>
        <p:spPr>
          <a:xfrm>
            <a:off x="749808" y="3081528"/>
            <a:ext cx="2377440" cy="38404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説明変数は 8 個まで</a:t>
            </a:r>
          </a:p>
        </p:txBody>
      </p:sp>
      <p:pic>
        <p:nvPicPr>
          <p:cNvPr id="19" name="コンテンツ プレースホルダー 18"/>
          <p:cNvPicPr>
            <a:picLocks noGrp="1"/>
          </p:cNvPicPr>
          <p:nvPr>
            <p:ph/>
          </p:nvPr>
        </p:nvPicPr>
        <p:blipFill>
          <a:blip r:embed="rId2"/>
          <a:stretch>
            <a:fillRect/>
          </a:stretch>
        </p:blipFill>
        <p:spPr>
          <a:xfrm>
            <a:off x="3419856" y="2578608"/>
            <a:ext cx="2670048" cy="987552"/>
          </a:xfrm>
          <a:prstGeom prst="rect">
            <a:avLst/>
          </a:prstGeom>
        </p:spPr>
      </p:pic>
      <p:sp>
        <p:nvSpPr>
          <p:cNvPr id="20" name="コンテンツ プレースホルダー 19"/>
          <p:cNvSpPr>
            <a:spLocks noGrp="1"/>
          </p:cNvSpPr>
          <p:nvPr>
            <p:ph/>
          </p:nvPr>
        </p:nvSpPr>
        <p:spPr>
          <a:xfrm>
            <a:off x="3602736" y="2706624"/>
            <a:ext cx="2377440" cy="310896"/>
          </a:xfrm>
        </p:spPr>
        <p:txBody>
          <a:bodyPr/>
          <a:lstStyle/>
          <a:p>
            <a:pPr marL="0" marR="0" indent="0" algn="l">
              <a:lnSpc>
                <a:spcPct val="100000"/>
              </a:lnSpc>
              <a:spcBef>
                <a:spcPts val="0"/>
              </a:spcBef>
              <a:spcAft>
                <a:spcPts val="0"/>
              </a:spcAft>
              <a:buNone/>
            </a:pPr>
            <a:r>
              <a:rPr sz="1250" b="1" i="0" u="none" strike="noStrike" cap="none">
                <a:solidFill>
                  <a:srgbClr val="12608A">
                    <a:alpha val="100000"/>
                  </a:srgbClr>
                </a:solidFill>
                <a:latin typeface="Yu Gothic"/>
                <a:cs typeface="Yu Gothic"/>
                <a:sym typeface="Yu Gothic"/>
              </a:rPr>
              <a:t>R6　非共線性</a:t>
            </a:r>
          </a:p>
        </p:txBody>
      </p:sp>
      <p:sp>
        <p:nvSpPr>
          <p:cNvPr id="21" name="コンテンツ プレースホルダー 20"/>
          <p:cNvSpPr>
            <a:spLocks noGrp="1"/>
          </p:cNvSpPr>
          <p:nvPr>
            <p:ph/>
          </p:nvPr>
        </p:nvSpPr>
        <p:spPr>
          <a:xfrm>
            <a:off x="3602736" y="3081528"/>
            <a:ext cx="2377440" cy="38404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VIF ≤ 5</a:t>
            </a:r>
          </a:p>
        </p:txBody>
      </p:sp>
      <p:pic>
        <p:nvPicPr>
          <p:cNvPr id="22" name="コンテンツ プレースホルダー 21"/>
          <p:cNvPicPr>
            <a:picLocks noGrp="1"/>
          </p:cNvPicPr>
          <p:nvPr>
            <p:ph/>
          </p:nvPr>
        </p:nvPicPr>
        <p:blipFill>
          <a:blip r:embed="rId2"/>
          <a:stretch>
            <a:fillRect/>
          </a:stretch>
        </p:blipFill>
        <p:spPr>
          <a:xfrm>
            <a:off x="6272784" y="2578608"/>
            <a:ext cx="2670048" cy="987552"/>
          </a:xfrm>
          <a:prstGeom prst="rect">
            <a:avLst/>
          </a:prstGeom>
        </p:spPr>
      </p:pic>
      <p:sp>
        <p:nvSpPr>
          <p:cNvPr id="23" name="コンテンツ プレースホルダー 22"/>
          <p:cNvSpPr>
            <a:spLocks noGrp="1"/>
          </p:cNvSpPr>
          <p:nvPr>
            <p:ph/>
          </p:nvPr>
        </p:nvSpPr>
        <p:spPr>
          <a:xfrm>
            <a:off x="6455664" y="2706624"/>
            <a:ext cx="2377440" cy="310896"/>
          </a:xfrm>
        </p:spPr>
        <p:txBody>
          <a:bodyPr/>
          <a:lstStyle/>
          <a:p>
            <a:pPr marL="0" marR="0" indent="0" algn="l">
              <a:lnSpc>
                <a:spcPct val="100000"/>
              </a:lnSpc>
              <a:spcBef>
                <a:spcPts val="0"/>
              </a:spcBef>
              <a:spcAft>
                <a:spcPts val="0"/>
              </a:spcAft>
              <a:buNone/>
            </a:pPr>
            <a:r>
              <a:rPr sz="1250" b="1" i="0" u="none" strike="noStrike" cap="none">
                <a:solidFill>
                  <a:srgbClr val="12608A">
                    <a:alpha val="100000"/>
                  </a:srgbClr>
                </a:solidFill>
                <a:latin typeface="Yu Gothic"/>
                <a:cs typeface="Yu Gothic"/>
                <a:sym typeface="Yu Gothic"/>
              </a:rPr>
              <a:t>R7　全項有意</a:t>
            </a:r>
          </a:p>
        </p:txBody>
      </p:sp>
      <p:sp>
        <p:nvSpPr>
          <p:cNvPr id="24" name="コンテンツ プレースホルダー 23"/>
          <p:cNvSpPr>
            <a:spLocks noGrp="1"/>
          </p:cNvSpPr>
          <p:nvPr>
            <p:ph/>
          </p:nvPr>
        </p:nvSpPr>
        <p:spPr>
          <a:xfrm>
            <a:off x="6455664" y="3081528"/>
            <a:ext cx="2377440" cy="38404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5% 水準で全係数が有意</a:t>
            </a:r>
          </a:p>
        </p:txBody>
      </p:sp>
      <p:pic>
        <p:nvPicPr>
          <p:cNvPr id="25" name="コンテンツ プレースホルダー 24"/>
          <p:cNvPicPr>
            <a:picLocks noGrp="1"/>
          </p:cNvPicPr>
          <p:nvPr>
            <p:ph/>
          </p:nvPr>
        </p:nvPicPr>
        <p:blipFill>
          <a:blip r:embed="rId2"/>
          <a:stretch>
            <a:fillRect/>
          </a:stretch>
        </p:blipFill>
        <p:spPr>
          <a:xfrm>
            <a:off x="9125712" y="2578608"/>
            <a:ext cx="2670048" cy="987552"/>
          </a:xfrm>
          <a:prstGeom prst="rect">
            <a:avLst/>
          </a:prstGeom>
        </p:spPr>
      </p:pic>
      <p:sp>
        <p:nvSpPr>
          <p:cNvPr id="26" name="コンテンツ プレースホルダー 25"/>
          <p:cNvSpPr>
            <a:spLocks noGrp="1"/>
          </p:cNvSpPr>
          <p:nvPr>
            <p:ph/>
          </p:nvPr>
        </p:nvSpPr>
        <p:spPr>
          <a:xfrm>
            <a:off x="9308592" y="2706624"/>
            <a:ext cx="2377440" cy="310896"/>
          </a:xfrm>
        </p:spPr>
        <p:txBody>
          <a:bodyPr/>
          <a:lstStyle/>
          <a:p>
            <a:pPr marL="0" marR="0" indent="0" algn="l">
              <a:lnSpc>
                <a:spcPct val="100000"/>
              </a:lnSpc>
              <a:spcBef>
                <a:spcPts val="0"/>
              </a:spcBef>
              <a:spcAft>
                <a:spcPts val="0"/>
              </a:spcAft>
              <a:buNone/>
            </a:pPr>
            <a:r>
              <a:rPr sz="1250" b="1" i="0" u="none" strike="noStrike" cap="none">
                <a:solidFill>
                  <a:srgbClr val="12608A">
                    <a:alpha val="100000"/>
                  </a:srgbClr>
                </a:solidFill>
                <a:latin typeface="Yu Gothic"/>
                <a:cs typeface="Yu Gothic"/>
                <a:sym typeface="Yu Gothic"/>
              </a:rPr>
              <a:t>R8　必須投入</a:t>
            </a:r>
          </a:p>
        </p:txBody>
      </p:sp>
      <p:sp>
        <p:nvSpPr>
          <p:cNvPr id="27" name="コンテンツ プレースホルダー 26"/>
          <p:cNvSpPr>
            <a:spLocks noGrp="1"/>
          </p:cNvSpPr>
          <p:nvPr>
            <p:ph/>
          </p:nvPr>
        </p:nvSpPr>
        <p:spPr>
          <a:xfrm>
            <a:off x="9308592" y="3081528"/>
            <a:ext cx="2377440" cy="38404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RM など外せない変数を強制</a:t>
            </a:r>
          </a:p>
        </p:txBody>
      </p:sp>
      <p:sp>
        <p:nvSpPr>
          <p:cNvPr id="28" name="コンテンツ プレースホルダー 27"/>
          <p:cNvSpPr>
            <a:spLocks noGrp="1"/>
          </p:cNvSpPr>
          <p:nvPr>
            <p:ph/>
          </p:nvPr>
        </p:nvSpPr>
        <p:spPr>
          <a:xfrm>
            <a:off x="566928" y="3840480"/>
            <a:ext cx="11064240" cy="365760"/>
          </a:xfrm>
        </p:spPr>
        <p:txBody>
          <a:bodyPr/>
          <a:lstStyle/>
          <a:p>
            <a:pPr marL="0" marR="0" indent="0" algn="l">
              <a:lnSpc>
                <a:spcPct val="100000"/>
              </a:lnSpc>
              <a:spcBef>
                <a:spcPts val="0"/>
              </a:spcBef>
              <a:spcAft>
                <a:spcPts val="0"/>
              </a:spcAft>
              <a:buNone/>
            </a:pPr>
            <a:r>
              <a:rPr sz="1250" b="1" i="0" u="none" strike="noStrike" cap="none">
                <a:solidFill>
                  <a:srgbClr val="102A43">
                    <a:alpha val="100000"/>
                  </a:srgbClr>
                </a:solidFill>
                <a:latin typeface="Yu Gothic"/>
                <a:cs typeface="Yu Gothic"/>
                <a:sym typeface="Yu Gothic"/>
              </a:rPr>
              <a:t>2^15 = 32,768 通りを総当たり（1.2 秒）→ 制約を満たす 3,528 モデルから BIC 最小を選定</a:t>
            </a:r>
          </a:p>
        </p:txBody>
      </p:sp>
      <p:pic>
        <p:nvPicPr>
          <p:cNvPr id="29" name="コンテンツ プレースホルダー 28"/>
          <p:cNvPicPr>
            <a:picLocks noGrp="1"/>
          </p:cNvPicPr>
          <p:nvPr>
            <p:ph/>
          </p:nvPr>
        </p:nvPicPr>
        <p:blipFill>
          <a:blip r:embed="rId3"/>
          <a:stretch>
            <a:fillRect/>
          </a:stretch>
        </p:blipFill>
        <p:spPr>
          <a:xfrm>
            <a:off x="566928" y="4297680"/>
            <a:ext cx="11064240" cy="1371600"/>
          </a:xfrm>
          <a:prstGeom prst="rect">
            <a:avLst/>
          </a:prstGeom>
        </p:spPr>
      </p:pic>
      <p:sp>
        <p:nvSpPr>
          <p:cNvPr id="30" name="コンテンツ プレースホルダー 29"/>
          <p:cNvSpPr>
            <a:spLocks noGrp="1"/>
          </p:cNvSpPr>
          <p:nvPr>
            <p:ph/>
          </p:nvPr>
        </p:nvSpPr>
        <p:spPr>
          <a:xfrm>
            <a:off x="841248" y="4462272"/>
            <a:ext cx="10515600" cy="320040"/>
          </a:xfrm>
        </p:spPr>
        <p:txBody>
          <a:bodyPr/>
          <a:lstStyle/>
          <a:p>
            <a:pPr marL="0" marR="0" indent="0" algn="l">
              <a:lnSpc>
                <a:spcPct val="100000"/>
              </a:lnSpc>
              <a:spcBef>
                <a:spcPts val="0"/>
              </a:spcBef>
              <a:spcAft>
                <a:spcPts val="0"/>
              </a:spcAft>
              <a:buNone/>
            </a:pPr>
            <a:r>
              <a:rPr sz="1400" b="1" i="0" u="none" strike="noStrike" cap="none">
                <a:solidFill>
                  <a:srgbClr val="9FC6DE">
                    <a:alpha val="100000"/>
                  </a:srgbClr>
                </a:solidFill>
                <a:latin typeface="Yu Gothic"/>
                <a:cs typeface="Yu Gothic"/>
                <a:sym typeface="Yu Gothic"/>
              </a:rPr>
              <a:t>推奨モデル C6</a:t>
            </a:r>
          </a:p>
        </p:txBody>
      </p:sp>
      <p:sp>
        <p:nvSpPr>
          <p:cNvPr id="31" name="コンテンツ プレースホルダー 30"/>
          <p:cNvSpPr>
            <a:spLocks noGrp="1"/>
          </p:cNvSpPr>
          <p:nvPr>
            <p:ph/>
          </p:nvPr>
        </p:nvSpPr>
        <p:spPr>
          <a:xfrm>
            <a:off x="841248" y="4846320"/>
            <a:ext cx="10515600" cy="365760"/>
          </a:xfrm>
        </p:spPr>
        <p:txBody>
          <a:bodyPr/>
          <a:lstStyle/>
          <a:p>
            <a:pPr marL="0" marR="0" indent="0" algn="l">
              <a:lnSpc>
                <a:spcPct val="100000"/>
              </a:lnSpc>
              <a:spcBef>
                <a:spcPts val="0"/>
              </a:spcBef>
              <a:spcAft>
                <a:spcPts val="0"/>
              </a:spcAft>
              <a:buNone/>
            </a:pPr>
            <a:r>
              <a:rPr sz="1350" b="1" i="0" u="none" strike="noStrike" cap="none">
                <a:solidFill>
                  <a:srgbClr val="FFFFFF">
                    <a:alpha val="100000"/>
                  </a:srgbClr>
                </a:solidFill>
                <a:latin typeface="Yu Gothic"/>
                <a:cs typeface="Yu Gothic"/>
                <a:sym typeface="Yu Gothic"/>
              </a:rPr>
              <a:t>log(CMEDV) ~ CRIM + CHAS + NOX + RM + log(DIS) + log(PTRATIO) + log(B) + log(LSTAT) + NOX × log(LSTAT)</a:t>
            </a:r>
          </a:p>
        </p:txBody>
      </p:sp>
      <p:sp>
        <p:nvSpPr>
          <p:cNvPr id="32" name="コンテンツ プレースホルダー 31"/>
          <p:cNvSpPr>
            <a:spLocks noGrp="1"/>
          </p:cNvSpPr>
          <p:nvPr>
            <p:ph/>
          </p:nvPr>
        </p:nvSpPr>
        <p:spPr>
          <a:xfrm>
            <a:off x="841248" y="5321808"/>
            <a:ext cx="10515600" cy="365760"/>
          </a:xfrm>
        </p:spPr>
        <p:txBody>
          <a:bodyPr/>
          <a:lstStyle/>
          <a:p>
            <a:pPr marL="0" marR="0" indent="0" algn="l">
              <a:lnSpc>
                <a:spcPct val="100000"/>
              </a:lnSpc>
              <a:spcBef>
                <a:spcPts val="0"/>
              </a:spcBef>
              <a:spcAft>
                <a:spcPts val="0"/>
              </a:spcAft>
              <a:buNone/>
            </a:pPr>
            <a:r>
              <a:rPr sz="1150" b="0" i="0" u="none" strike="noStrike" cap="none">
                <a:solidFill>
                  <a:srgbClr val="BBD3E4">
                    <a:alpha val="100000"/>
                  </a:srgbClr>
                </a:solidFill>
                <a:latin typeface="Yu Gothic"/>
                <a:cs typeface="Yu Gothic"/>
                <a:sym typeface="Yu Gothic"/>
              </a:rPr>
              <a:t>全 9 項が理論どおりの符号で有意　／　最大 VIF 4.09　／　RESET 検定 p = 0.357　／　交差検証 RMSE 0.1835（参考モデル比 11.0% 改善）</a:t>
            </a:r>
          </a:p>
        </p:txBody>
      </p:sp>
      <p:sp>
        <p:nvSpPr>
          <p:cNvPr id="33" name="コンテンツ プレースホルダー 32"/>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6 / 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比較</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参考モデル・推奨モデル C6・最終モデル M13</a:t>
            </a:r>
          </a:p>
        </p:txBody>
      </p:sp>
      <p:pic>
        <p:nvPicPr>
          <p:cNvPr id="4" name="コンテンツ プレースホルダー 3"/>
          <p:cNvPicPr>
            <a:picLocks noGrp="1"/>
          </p:cNvPicPr>
          <p:nvPr>
            <p:ph/>
          </p:nvPr>
        </p:nvPicPr>
        <p:blipFill>
          <a:blip r:embed="rId2"/>
          <a:stretch>
            <a:fillRect/>
          </a:stretch>
        </p:blipFill>
        <p:spPr>
          <a:xfrm>
            <a:off x="566928" y="1463040"/>
            <a:ext cx="11064240" cy="402336"/>
          </a:xfrm>
          <a:prstGeom prst="rect">
            <a:avLst/>
          </a:prstGeom>
        </p:spPr>
      </p:pic>
      <p:sp>
        <p:nvSpPr>
          <p:cNvPr id="5" name="コンテンツ プレースホルダー 4"/>
          <p:cNvSpPr>
            <a:spLocks noGrp="1"/>
          </p:cNvSpPr>
          <p:nvPr>
            <p:ph/>
          </p:nvPr>
        </p:nvSpPr>
        <p:spPr>
          <a:xfrm>
            <a:off x="676656" y="1545336"/>
            <a:ext cx="2798064" cy="292608"/>
          </a:xfrm>
        </p:spPr>
        <p:txBody>
          <a:bodyPr/>
          <a:lstStyle/>
          <a:p>
            <a:pPr marL="0" marR="0" indent="0" algn="l">
              <a:lnSpc>
                <a:spcPct val="100000"/>
              </a:lnSpc>
              <a:spcBef>
                <a:spcPts val="0"/>
              </a:spcBef>
              <a:spcAft>
                <a:spcPts val="0"/>
              </a:spcAft>
              <a:buNone/>
            </a:pPr>
            <a:r>
              <a:rPr sz="1250" b="1" i="0" u="none" strike="noStrike" cap="none">
                <a:solidFill>
                  <a:srgbClr val="FFFFFF">
                    <a:alpha val="100000"/>
                  </a:srgbClr>
                </a:solidFill>
                <a:latin typeface="Yu Gothic"/>
                <a:cs typeface="Yu Gothic"/>
                <a:sym typeface="Yu Gothic"/>
              </a:rPr>
              <a:t>指標</a:t>
            </a:r>
          </a:p>
        </p:txBody>
      </p:sp>
      <p:sp>
        <p:nvSpPr>
          <p:cNvPr id="6" name="コンテンツ プレースホルダー 5"/>
          <p:cNvSpPr>
            <a:spLocks noGrp="1"/>
          </p:cNvSpPr>
          <p:nvPr>
            <p:ph/>
          </p:nvPr>
        </p:nvSpPr>
        <p:spPr>
          <a:xfrm>
            <a:off x="3694176" y="1545336"/>
            <a:ext cx="2157984" cy="292608"/>
          </a:xfrm>
        </p:spPr>
        <p:txBody>
          <a:bodyPr/>
          <a:lstStyle/>
          <a:p>
            <a:pPr marL="0" marR="0" indent="0" algn="ctr">
              <a:lnSpc>
                <a:spcPct val="100000"/>
              </a:lnSpc>
              <a:spcBef>
                <a:spcPts val="0"/>
              </a:spcBef>
              <a:spcAft>
                <a:spcPts val="0"/>
              </a:spcAft>
              <a:buNone/>
            </a:pPr>
            <a:r>
              <a:rPr sz="1250" b="1" i="0" u="none" strike="noStrike" cap="none">
                <a:solidFill>
                  <a:srgbClr val="FFFFFF">
                    <a:alpha val="100000"/>
                  </a:srgbClr>
                </a:solidFill>
                <a:latin typeface="Yu Gothic"/>
                <a:cs typeface="Yu Gothic"/>
                <a:sym typeface="Yu Gothic"/>
              </a:rPr>
              <a:t>参考モデル</a:t>
            </a:r>
          </a:p>
        </p:txBody>
      </p:sp>
      <p:sp>
        <p:nvSpPr>
          <p:cNvPr id="7" name="コンテンツ プレースホルダー 6"/>
          <p:cNvSpPr>
            <a:spLocks noGrp="1"/>
          </p:cNvSpPr>
          <p:nvPr>
            <p:ph/>
          </p:nvPr>
        </p:nvSpPr>
        <p:spPr>
          <a:xfrm>
            <a:off x="6071616" y="1545336"/>
            <a:ext cx="2569464" cy="292608"/>
          </a:xfrm>
        </p:spPr>
        <p:txBody>
          <a:bodyPr/>
          <a:lstStyle/>
          <a:p>
            <a:pPr marL="0" marR="0" indent="0" algn="ctr">
              <a:lnSpc>
                <a:spcPct val="100000"/>
              </a:lnSpc>
              <a:spcBef>
                <a:spcPts val="0"/>
              </a:spcBef>
              <a:spcAft>
                <a:spcPts val="0"/>
              </a:spcAft>
              <a:buNone/>
            </a:pPr>
            <a:r>
              <a:rPr sz="1250" b="1" i="0" u="none" strike="noStrike" cap="none">
                <a:solidFill>
                  <a:srgbClr val="FFFFFF">
                    <a:alpha val="100000"/>
                  </a:srgbClr>
                </a:solidFill>
                <a:latin typeface="Yu Gothic"/>
                <a:cs typeface="Yu Gothic"/>
                <a:sym typeface="Yu Gothic"/>
              </a:rPr>
              <a:t>推奨モデル C6</a:t>
            </a:r>
          </a:p>
        </p:txBody>
      </p:sp>
      <p:sp>
        <p:nvSpPr>
          <p:cNvPr id="8" name="コンテンツ プレースホルダー 7"/>
          <p:cNvSpPr>
            <a:spLocks noGrp="1"/>
          </p:cNvSpPr>
          <p:nvPr>
            <p:ph/>
          </p:nvPr>
        </p:nvSpPr>
        <p:spPr>
          <a:xfrm>
            <a:off x="8860536" y="1545336"/>
            <a:ext cx="2660904" cy="292608"/>
          </a:xfrm>
        </p:spPr>
        <p:txBody>
          <a:bodyPr/>
          <a:lstStyle/>
          <a:p>
            <a:pPr marL="0" marR="0" indent="0" algn="ctr">
              <a:lnSpc>
                <a:spcPct val="100000"/>
              </a:lnSpc>
              <a:spcBef>
                <a:spcPts val="0"/>
              </a:spcBef>
              <a:spcAft>
                <a:spcPts val="0"/>
              </a:spcAft>
              <a:buNone/>
            </a:pPr>
            <a:r>
              <a:rPr sz="1250" b="1" i="0" u="none" strike="noStrike" cap="none">
                <a:solidFill>
                  <a:srgbClr val="FFFFFF">
                    <a:alpha val="100000"/>
                  </a:srgbClr>
                </a:solidFill>
                <a:latin typeface="Yu Gothic"/>
                <a:cs typeface="Yu Gothic"/>
                <a:sym typeface="Yu Gothic"/>
              </a:rPr>
              <a:t>最終モデル M13</a:t>
            </a:r>
          </a:p>
        </p:txBody>
      </p:sp>
      <p:sp>
        <p:nvSpPr>
          <p:cNvPr id="9" name="コンテンツ プレースホルダー 8"/>
          <p:cNvSpPr>
            <a:spLocks noGrp="1"/>
          </p:cNvSpPr>
          <p:nvPr>
            <p:ph/>
          </p:nvPr>
        </p:nvSpPr>
        <p:spPr>
          <a:xfrm>
            <a:off x="676656" y="1938528"/>
            <a:ext cx="2798064" cy="338328"/>
          </a:xfrm>
        </p:spPr>
        <p:txBody>
          <a:bodyPr/>
          <a:lstStyle/>
          <a:p>
            <a:pPr marL="0" marR="0" indent="0" algn="l">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説明変数の数</a:t>
            </a:r>
          </a:p>
        </p:txBody>
      </p:sp>
      <p:sp>
        <p:nvSpPr>
          <p:cNvPr id="10" name="コンテンツ プレースホルダー 9"/>
          <p:cNvSpPr>
            <a:spLocks noGrp="1"/>
          </p:cNvSpPr>
          <p:nvPr>
            <p:ph/>
          </p:nvPr>
        </p:nvSpPr>
        <p:spPr>
          <a:xfrm>
            <a:off x="3694176" y="1938528"/>
            <a:ext cx="215798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3</a:t>
            </a:r>
          </a:p>
        </p:txBody>
      </p:sp>
      <p:sp>
        <p:nvSpPr>
          <p:cNvPr id="11" name="コンテンツ プレースホルダー 10"/>
          <p:cNvSpPr>
            <a:spLocks noGrp="1"/>
          </p:cNvSpPr>
          <p:nvPr>
            <p:ph/>
          </p:nvPr>
        </p:nvSpPr>
        <p:spPr>
          <a:xfrm>
            <a:off x="6071616" y="1938528"/>
            <a:ext cx="2569464" cy="338328"/>
          </a:xfrm>
        </p:spPr>
        <p:txBody>
          <a:bodyPr/>
          <a:lstStyle/>
          <a:p>
            <a:pPr marL="0" marR="0" indent="0" algn="ctr">
              <a:lnSpc>
                <a:spcPct val="100000"/>
              </a:lnSpc>
              <a:spcBef>
                <a:spcPts val="0"/>
              </a:spcBef>
              <a:spcAft>
                <a:spcPts val="0"/>
              </a:spcAft>
              <a:buNone/>
            </a:pPr>
            <a:r>
              <a:rPr sz="1250" b="1" i="0" u="none" strike="noStrike" cap="none">
                <a:solidFill>
                  <a:srgbClr val="D73027">
                    <a:alpha val="100000"/>
                  </a:srgbClr>
                </a:solidFill>
                <a:latin typeface="Yu Gothic"/>
                <a:cs typeface="Yu Gothic"/>
                <a:sym typeface="Yu Gothic"/>
              </a:rPr>
              <a:t>9</a:t>
            </a:r>
          </a:p>
        </p:txBody>
      </p:sp>
      <p:sp>
        <p:nvSpPr>
          <p:cNvPr id="12" name="コンテンツ プレースホルダー 11"/>
          <p:cNvSpPr>
            <a:spLocks noGrp="1"/>
          </p:cNvSpPr>
          <p:nvPr>
            <p:ph/>
          </p:nvPr>
        </p:nvSpPr>
        <p:spPr>
          <a:xfrm>
            <a:off x="8860536" y="1938528"/>
            <a:ext cx="266090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19</a:t>
            </a:r>
          </a:p>
        </p:txBody>
      </p:sp>
      <p:pic>
        <p:nvPicPr>
          <p:cNvPr id="13" name="コンテンツ プレースホルダー 12"/>
          <p:cNvPicPr>
            <a:picLocks noGrp="1"/>
          </p:cNvPicPr>
          <p:nvPr>
            <p:ph/>
          </p:nvPr>
        </p:nvPicPr>
        <p:blipFill>
          <a:blip r:embed="rId3"/>
          <a:stretch>
            <a:fillRect/>
          </a:stretch>
        </p:blipFill>
        <p:spPr>
          <a:xfrm>
            <a:off x="566928" y="2295144"/>
            <a:ext cx="11064240" cy="429768"/>
          </a:xfrm>
          <a:prstGeom prst="rect">
            <a:avLst/>
          </a:prstGeom>
        </p:spPr>
      </p:pic>
      <p:sp>
        <p:nvSpPr>
          <p:cNvPr id="14" name="コンテンツ プレースホルダー 13"/>
          <p:cNvSpPr>
            <a:spLocks noGrp="1"/>
          </p:cNvSpPr>
          <p:nvPr>
            <p:ph/>
          </p:nvPr>
        </p:nvSpPr>
        <p:spPr>
          <a:xfrm>
            <a:off x="676656" y="2368296"/>
            <a:ext cx="2798064" cy="338328"/>
          </a:xfrm>
        </p:spPr>
        <p:txBody>
          <a:bodyPr/>
          <a:lstStyle/>
          <a:p>
            <a:pPr marL="0" marR="0" indent="0" algn="l">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調整済み R²</a:t>
            </a:r>
          </a:p>
        </p:txBody>
      </p:sp>
      <p:sp>
        <p:nvSpPr>
          <p:cNvPr id="15" name="コンテンツ プレースホルダー 14"/>
          <p:cNvSpPr>
            <a:spLocks noGrp="1"/>
          </p:cNvSpPr>
          <p:nvPr>
            <p:ph/>
          </p:nvPr>
        </p:nvSpPr>
        <p:spPr>
          <a:xfrm>
            <a:off x="3694176" y="2368296"/>
            <a:ext cx="215798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0.7513</a:t>
            </a:r>
          </a:p>
        </p:txBody>
      </p:sp>
      <p:sp>
        <p:nvSpPr>
          <p:cNvPr id="16" name="コンテンツ プレースホルダー 15"/>
          <p:cNvSpPr>
            <a:spLocks noGrp="1"/>
          </p:cNvSpPr>
          <p:nvPr>
            <p:ph/>
          </p:nvPr>
        </p:nvSpPr>
        <p:spPr>
          <a:xfrm>
            <a:off x="6071616" y="2368296"/>
            <a:ext cx="2569464" cy="338328"/>
          </a:xfrm>
        </p:spPr>
        <p:txBody>
          <a:bodyPr/>
          <a:lstStyle/>
          <a:p>
            <a:pPr marL="0" marR="0" indent="0" algn="ctr">
              <a:lnSpc>
                <a:spcPct val="100000"/>
              </a:lnSpc>
              <a:spcBef>
                <a:spcPts val="0"/>
              </a:spcBef>
              <a:spcAft>
                <a:spcPts val="0"/>
              </a:spcAft>
              <a:buNone/>
            </a:pPr>
            <a:r>
              <a:rPr sz="1250" b="1" i="0" u="none" strike="noStrike" cap="none">
                <a:solidFill>
                  <a:srgbClr val="D73027">
                    <a:alpha val="100000"/>
                  </a:srgbClr>
                </a:solidFill>
                <a:latin typeface="Yu Gothic"/>
                <a:cs typeface="Yu Gothic"/>
                <a:sym typeface="Yu Gothic"/>
              </a:rPr>
              <a:t>0.8074</a:t>
            </a:r>
          </a:p>
        </p:txBody>
      </p:sp>
      <p:sp>
        <p:nvSpPr>
          <p:cNvPr id="17" name="コンテンツ プレースホルダー 16"/>
          <p:cNvSpPr>
            <a:spLocks noGrp="1"/>
          </p:cNvSpPr>
          <p:nvPr>
            <p:ph/>
          </p:nvPr>
        </p:nvSpPr>
        <p:spPr>
          <a:xfrm>
            <a:off x="8860536" y="2368296"/>
            <a:ext cx="266090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0.8631</a:t>
            </a:r>
          </a:p>
        </p:txBody>
      </p:sp>
      <p:sp>
        <p:nvSpPr>
          <p:cNvPr id="18" name="コンテンツ プレースホルダー 17"/>
          <p:cNvSpPr>
            <a:spLocks noGrp="1"/>
          </p:cNvSpPr>
          <p:nvPr>
            <p:ph/>
          </p:nvPr>
        </p:nvSpPr>
        <p:spPr>
          <a:xfrm>
            <a:off x="676656" y="2798064"/>
            <a:ext cx="2798064" cy="338328"/>
          </a:xfrm>
        </p:spPr>
        <p:txBody>
          <a:bodyPr/>
          <a:lstStyle/>
          <a:p>
            <a:pPr marL="0" marR="0" indent="0" algn="l">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交差検証 RMSE</a:t>
            </a:r>
          </a:p>
        </p:txBody>
      </p:sp>
      <p:sp>
        <p:nvSpPr>
          <p:cNvPr id="19" name="コンテンツ プレースホルダー 18"/>
          <p:cNvSpPr>
            <a:spLocks noGrp="1"/>
          </p:cNvSpPr>
          <p:nvPr>
            <p:ph/>
          </p:nvPr>
        </p:nvSpPr>
        <p:spPr>
          <a:xfrm>
            <a:off x="3694176" y="2798064"/>
            <a:ext cx="215798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0.2061</a:t>
            </a:r>
          </a:p>
        </p:txBody>
      </p:sp>
      <p:sp>
        <p:nvSpPr>
          <p:cNvPr id="20" name="コンテンツ プレースホルダー 19"/>
          <p:cNvSpPr>
            <a:spLocks noGrp="1"/>
          </p:cNvSpPr>
          <p:nvPr>
            <p:ph/>
          </p:nvPr>
        </p:nvSpPr>
        <p:spPr>
          <a:xfrm>
            <a:off x="6071616" y="2798064"/>
            <a:ext cx="2569464" cy="338328"/>
          </a:xfrm>
        </p:spPr>
        <p:txBody>
          <a:bodyPr/>
          <a:lstStyle/>
          <a:p>
            <a:pPr marL="0" marR="0" indent="0" algn="ctr">
              <a:lnSpc>
                <a:spcPct val="100000"/>
              </a:lnSpc>
              <a:spcBef>
                <a:spcPts val="0"/>
              </a:spcBef>
              <a:spcAft>
                <a:spcPts val="0"/>
              </a:spcAft>
              <a:buNone/>
            </a:pPr>
            <a:r>
              <a:rPr sz="1250" b="1" i="0" u="none" strike="noStrike" cap="none">
                <a:solidFill>
                  <a:srgbClr val="D73027">
                    <a:alpha val="100000"/>
                  </a:srgbClr>
                </a:solidFill>
                <a:latin typeface="Yu Gothic"/>
                <a:cs typeface="Yu Gothic"/>
                <a:sym typeface="Yu Gothic"/>
              </a:rPr>
              <a:t>0.1835</a:t>
            </a:r>
          </a:p>
        </p:txBody>
      </p:sp>
      <p:sp>
        <p:nvSpPr>
          <p:cNvPr id="21" name="コンテンツ プレースホルダー 20"/>
          <p:cNvSpPr>
            <a:spLocks noGrp="1"/>
          </p:cNvSpPr>
          <p:nvPr>
            <p:ph/>
          </p:nvPr>
        </p:nvSpPr>
        <p:spPr>
          <a:xfrm>
            <a:off x="8860536" y="2798064"/>
            <a:ext cx="266090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0.1602</a:t>
            </a:r>
          </a:p>
        </p:txBody>
      </p:sp>
      <p:pic>
        <p:nvPicPr>
          <p:cNvPr id="22" name="コンテンツ プレースホルダー 21"/>
          <p:cNvPicPr>
            <a:picLocks noGrp="1"/>
          </p:cNvPicPr>
          <p:nvPr>
            <p:ph/>
          </p:nvPr>
        </p:nvPicPr>
        <p:blipFill>
          <a:blip r:embed="rId3"/>
          <a:stretch>
            <a:fillRect/>
          </a:stretch>
        </p:blipFill>
        <p:spPr>
          <a:xfrm>
            <a:off x="566928" y="3154680"/>
            <a:ext cx="11064240" cy="429768"/>
          </a:xfrm>
          <a:prstGeom prst="rect">
            <a:avLst/>
          </a:prstGeom>
        </p:spPr>
      </p:pic>
      <p:sp>
        <p:nvSpPr>
          <p:cNvPr id="23" name="コンテンツ プレースホルダー 22"/>
          <p:cNvSpPr>
            <a:spLocks noGrp="1"/>
          </p:cNvSpPr>
          <p:nvPr>
            <p:ph/>
          </p:nvPr>
        </p:nvSpPr>
        <p:spPr>
          <a:xfrm>
            <a:off x="676656" y="3227832"/>
            <a:ext cx="2798064" cy="338328"/>
          </a:xfrm>
        </p:spPr>
        <p:txBody>
          <a:bodyPr/>
          <a:lstStyle/>
          <a:p>
            <a:pPr marL="0" marR="0" indent="0" algn="l">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元単位 MAPE</a:t>
            </a:r>
          </a:p>
        </p:txBody>
      </p:sp>
      <p:sp>
        <p:nvSpPr>
          <p:cNvPr id="24" name="コンテンツ プレースホルダー 23"/>
          <p:cNvSpPr>
            <a:spLocks noGrp="1"/>
          </p:cNvSpPr>
          <p:nvPr>
            <p:ph/>
          </p:nvPr>
        </p:nvSpPr>
        <p:spPr>
          <a:xfrm>
            <a:off x="3694176" y="3227832"/>
            <a:ext cx="215798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15.8%</a:t>
            </a:r>
          </a:p>
        </p:txBody>
      </p:sp>
      <p:sp>
        <p:nvSpPr>
          <p:cNvPr id="25" name="コンテンツ プレースホルダー 24"/>
          <p:cNvSpPr>
            <a:spLocks noGrp="1"/>
          </p:cNvSpPr>
          <p:nvPr>
            <p:ph/>
          </p:nvPr>
        </p:nvSpPr>
        <p:spPr>
          <a:xfrm>
            <a:off x="6071616" y="3227832"/>
            <a:ext cx="2569464" cy="338328"/>
          </a:xfrm>
        </p:spPr>
        <p:txBody>
          <a:bodyPr/>
          <a:lstStyle/>
          <a:p>
            <a:pPr marL="0" marR="0" indent="0" algn="ctr">
              <a:lnSpc>
                <a:spcPct val="100000"/>
              </a:lnSpc>
              <a:spcBef>
                <a:spcPts val="0"/>
              </a:spcBef>
              <a:spcAft>
                <a:spcPts val="0"/>
              </a:spcAft>
              <a:buNone/>
            </a:pPr>
            <a:r>
              <a:rPr sz="1250" b="1" i="0" u="none" strike="noStrike" cap="none">
                <a:solidFill>
                  <a:srgbClr val="D73027">
                    <a:alpha val="100000"/>
                  </a:srgbClr>
                </a:solidFill>
                <a:latin typeface="Yu Gothic"/>
                <a:cs typeface="Yu Gothic"/>
                <a:sym typeface="Yu Gothic"/>
              </a:rPr>
              <a:t>13.3%</a:t>
            </a:r>
          </a:p>
        </p:txBody>
      </p:sp>
      <p:sp>
        <p:nvSpPr>
          <p:cNvPr id="26" name="コンテンツ プレースホルダー 25"/>
          <p:cNvSpPr>
            <a:spLocks noGrp="1"/>
          </p:cNvSpPr>
          <p:nvPr>
            <p:ph/>
          </p:nvPr>
        </p:nvSpPr>
        <p:spPr>
          <a:xfrm>
            <a:off x="8860536" y="3227832"/>
            <a:ext cx="266090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11.0%</a:t>
            </a:r>
          </a:p>
        </p:txBody>
      </p:sp>
      <p:sp>
        <p:nvSpPr>
          <p:cNvPr id="27" name="コンテンツ プレースホルダー 26"/>
          <p:cNvSpPr>
            <a:spLocks noGrp="1"/>
          </p:cNvSpPr>
          <p:nvPr>
            <p:ph/>
          </p:nvPr>
        </p:nvSpPr>
        <p:spPr>
          <a:xfrm>
            <a:off x="676656" y="3657600"/>
            <a:ext cx="2798064" cy="338328"/>
          </a:xfrm>
        </p:spPr>
        <p:txBody>
          <a:bodyPr/>
          <a:lstStyle/>
          <a:p>
            <a:pPr marL="0" marR="0" indent="0" algn="l">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最大 VIF</a:t>
            </a:r>
          </a:p>
        </p:txBody>
      </p:sp>
      <p:sp>
        <p:nvSpPr>
          <p:cNvPr id="28" name="コンテンツ プレースホルダー 27"/>
          <p:cNvSpPr>
            <a:spLocks noGrp="1"/>
          </p:cNvSpPr>
          <p:nvPr>
            <p:ph/>
          </p:nvPr>
        </p:nvSpPr>
        <p:spPr>
          <a:xfrm>
            <a:off x="3694176" y="3657600"/>
            <a:ext cx="215798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2.06</a:t>
            </a:r>
          </a:p>
        </p:txBody>
      </p:sp>
      <p:sp>
        <p:nvSpPr>
          <p:cNvPr id="29" name="コンテンツ プレースホルダー 28"/>
          <p:cNvSpPr>
            <a:spLocks noGrp="1"/>
          </p:cNvSpPr>
          <p:nvPr>
            <p:ph/>
          </p:nvPr>
        </p:nvSpPr>
        <p:spPr>
          <a:xfrm>
            <a:off x="6071616" y="3657600"/>
            <a:ext cx="2569464" cy="338328"/>
          </a:xfrm>
        </p:spPr>
        <p:txBody>
          <a:bodyPr/>
          <a:lstStyle/>
          <a:p>
            <a:pPr marL="0" marR="0" indent="0" algn="ctr">
              <a:lnSpc>
                <a:spcPct val="100000"/>
              </a:lnSpc>
              <a:spcBef>
                <a:spcPts val="0"/>
              </a:spcBef>
              <a:spcAft>
                <a:spcPts val="0"/>
              </a:spcAft>
              <a:buNone/>
            </a:pPr>
            <a:r>
              <a:rPr sz="1250" b="1" i="0" u="none" strike="noStrike" cap="none">
                <a:solidFill>
                  <a:srgbClr val="D73027">
                    <a:alpha val="100000"/>
                  </a:srgbClr>
                </a:solidFill>
                <a:latin typeface="Yu Gothic"/>
                <a:cs typeface="Yu Gothic"/>
                <a:sym typeface="Yu Gothic"/>
              </a:rPr>
              <a:t>4.09</a:t>
            </a:r>
          </a:p>
        </p:txBody>
      </p:sp>
      <p:sp>
        <p:nvSpPr>
          <p:cNvPr id="30" name="コンテンツ プレースホルダー 29"/>
          <p:cNvSpPr>
            <a:spLocks noGrp="1"/>
          </p:cNvSpPr>
          <p:nvPr>
            <p:ph/>
          </p:nvPr>
        </p:nvSpPr>
        <p:spPr>
          <a:xfrm>
            <a:off x="8860536" y="3657600"/>
            <a:ext cx="266090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33.67</a:t>
            </a:r>
          </a:p>
        </p:txBody>
      </p:sp>
      <p:pic>
        <p:nvPicPr>
          <p:cNvPr id="31" name="コンテンツ プレースホルダー 30"/>
          <p:cNvPicPr>
            <a:picLocks noGrp="1"/>
          </p:cNvPicPr>
          <p:nvPr>
            <p:ph/>
          </p:nvPr>
        </p:nvPicPr>
        <p:blipFill>
          <a:blip r:embed="rId3"/>
          <a:stretch>
            <a:fillRect/>
          </a:stretch>
        </p:blipFill>
        <p:spPr>
          <a:xfrm>
            <a:off x="566928" y="4014216"/>
            <a:ext cx="11064240" cy="429768"/>
          </a:xfrm>
          <a:prstGeom prst="rect">
            <a:avLst/>
          </a:prstGeom>
        </p:spPr>
      </p:pic>
      <p:sp>
        <p:nvSpPr>
          <p:cNvPr id="32" name="コンテンツ プレースホルダー 31"/>
          <p:cNvSpPr>
            <a:spLocks noGrp="1"/>
          </p:cNvSpPr>
          <p:nvPr>
            <p:ph/>
          </p:nvPr>
        </p:nvSpPr>
        <p:spPr>
          <a:xfrm>
            <a:off x="676656" y="4087368"/>
            <a:ext cx="2798064" cy="338328"/>
          </a:xfrm>
        </p:spPr>
        <p:txBody>
          <a:bodyPr/>
          <a:lstStyle/>
          <a:p>
            <a:pPr marL="0" marR="0" indent="0" algn="l">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RESET 検定 p</a:t>
            </a:r>
          </a:p>
        </p:txBody>
      </p:sp>
      <p:sp>
        <p:nvSpPr>
          <p:cNvPr id="33" name="コンテンツ プレースホルダー 32"/>
          <p:cNvSpPr>
            <a:spLocks noGrp="1"/>
          </p:cNvSpPr>
          <p:nvPr>
            <p:ph/>
          </p:nvPr>
        </p:nvSpPr>
        <p:spPr>
          <a:xfrm>
            <a:off x="3694176" y="4087368"/>
            <a:ext cx="215798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0.352</a:t>
            </a:r>
          </a:p>
        </p:txBody>
      </p:sp>
      <p:sp>
        <p:nvSpPr>
          <p:cNvPr id="34" name="コンテンツ プレースホルダー 33"/>
          <p:cNvSpPr>
            <a:spLocks noGrp="1"/>
          </p:cNvSpPr>
          <p:nvPr>
            <p:ph/>
          </p:nvPr>
        </p:nvSpPr>
        <p:spPr>
          <a:xfrm>
            <a:off x="6071616" y="4087368"/>
            <a:ext cx="2569464" cy="338328"/>
          </a:xfrm>
        </p:spPr>
        <p:txBody>
          <a:bodyPr/>
          <a:lstStyle/>
          <a:p>
            <a:pPr marL="0" marR="0" indent="0" algn="ctr">
              <a:lnSpc>
                <a:spcPct val="100000"/>
              </a:lnSpc>
              <a:spcBef>
                <a:spcPts val="0"/>
              </a:spcBef>
              <a:spcAft>
                <a:spcPts val="0"/>
              </a:spcAft>
              <a:buNone/>
            </a:pPr>
            <a:r>
              <a:rPr sz="1250" b="1" i="0" u="none" strike="noStrike" cap="none">
                <a:solidFill>
                  <a:srgbClr val="D73027">
                    <a:alpha val="100000"/>
                  </a:srgbClr>
                </a:solidFill>
                <a:latin typeface="Yu Gothic"/>
                <a:cs typeface="Yu Gothic"/>
                <a:sym typeface="Yu Gothic"/>
              </a:rPr>
              <a:t>0.357</a:t>
            </a:r>
          </a:p>
        </p:txBody>
      </p:sp>
      <p:sp>
        <p:nvSpPr>
          <p:cNvPr id="35" name="コンテンツ プレースホルダー 34"/>
          <p:cNvSpPr>
            <a:spLocks noGrp="1"/>
          </p:cNvSpPr>
          <p:nvPr>
            <p:ph/>
          </p:nvPr>
        </p:nvSpPr>
        <p:spPr>
          <a:xfrm>
            <a:off x="8860536" y="4087368"/>
            <a:ext cx="266090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0.032</a:t>
            </a:r>
          </a:p>
        </p:txBody>
      </p:sp>
      <p:sp>
        <p:nvSpPr>
          <p:cNvPr id="36" name="コンテンツ プレースホルダー 35"/>
          <p:cNvSpPr>
            <a:spLocks noGrp="1"/>
          </p:cNvSpPr>
          <p:nvPr>
            <p:ph/>
          </p:nvPr>
        </p:nvSpPr>
        <p:spPr>
          <a:xfrm>
            <a:off x="676656" y="4517136"/>
            <a:ext cx="2798064" cy="338328"/>
          </a:xfrm>
        </p:spPr>
        <p:txBody>
          <a:bodyPr/>
          <a:lstStyle/>
          <a:p>
            <a:pPr marL="0" marR="0" indent="0" algn="l">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効果の単調性</a:t>
            </a:r>
          </a:p>
        </p:txBody>
      </p:sp>
      <p:sp>
        <p:nvSpPr>
          <p:cNvPr id="37" name="コンテンツ プレースホルダー 36"/>
          <p:cNvSpPr>
            <a:spLocks noGrp="1"/>
          </p:cNvSpPr>
          <p:nvPr>
            <p:ph/>
          </p:nvPr>
        </p:nvSpPr>
        <p:spPr>
          <a:xfrm>
            <a:off x="3694176" y="4517136"/>
            <a:ext cx="215798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保たれる</a:t>
            </a:r>
          </a:p>
        </p:txBody>
      </p:sp>
      <p:sp>
        <p:nvSpPr>
          <p:cNvPr id="38" name="コンテンツ プレースホルダー 37"/>
          <p:cNvSpPr>
            <a:spLocks noGrp="1"/>
          </p:cNvSpPr>
          <p:nvPr>
            <p:ph/>
          </p:nvPr>
        </p:nvSpPr>
        <p:spPr>
          <a:xfrm>
            <a:off x="6071616" y="4517136"/>
            <a:ext cx="2569464" cy="338328"/>
          </a:xfrm>
        </p:spPr>
        <p:txBody>
          <a:bodyPr/>
          <a:lstStyle/>
          <a:p>
            <a:pPr marL="0" marR="0" indent="0" algn="ctr">
              <a:lnSpc>
                <a:spcPct val="100000"/>
              </a:lnSpc>
              <a:spcBef>
                <a:spcPts val="0"/>
              </a:spcBef>
              <a:spcAft>
                <a:spcPts val="0"/>
              </a:spcAft>
              <a:buNone/>
            </a:pPr>
            <a:r>
              <a:rPr sz="1250" b="1" i="0" u="none" strike="noStrike" cap="none">
                <a:solidFill>
                  <a:srgbClr val="D73027">
                    <a:alpha val="100000"/>
                  </a:srgbClr>
                </a:solidFill>
                <a:latin typeface="Yu Gothic"/>
                <a:cs typeface="Yu Gothic"/>
                <a:sym typeface="Yu Gothic"/>
              </a:rPr>
              <a:t>保たれる</a:t>
            </a:r>
          </a:p>
        </p:txBody>
      </p:sp>
      <p:sp>
        <p:nvSpPr>
          <p:cNvPr id="39" name="コンテンツ プレースホルダー 38"/>
          <p:cNvSpPr>
            <a:spLocks noGrp="1"/>
          </p:cNvSpPr>
          <p:nvPr>
            <p:ph/>
          </p:nvPr>
        </p:nvSpPr>
        <p:spPr>
          <a:xfrm>
            <a:off x="8860536" y="4517136"/>
            <a:ext cx="266090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反転あり</a:t>
            </a:r>
          </a:p>
        </p:txBody>
      </p:sp>
      <p:pic>
        <p:nvPicPr>
          <p:cNvPr id="40" name="コンテンツ プレースホルダー 39"/>
          <p:cNvPicPr>
            <a:picLocks noGrp="1"/>
          </p:cNvPicPr>
          <p:nvPr>
            <p:ph/>
          </p:nvPr>
        </p:nvPicPr>
        <p:blipFill>
          <a:blip r:embed="rId3"/>
          <a:stretch>
            <a:fillRect/>
          </a:stretch>
        </p:blipFill>
        <p:spPr>
          <a:xfrm>
            <a:off x="566928" y="4873752"/>
            <a:ext cx="11064240" cy="429768"/>
          </a:xfrm>
          <a:prstGeom prst="rect">
            <a:avLst/>
          </a:prstGeom>
        </p:spPr>
      </p:pic>
      <p:sp>
        <p:nvSpPr>
          <p:cNvPr id="41" name="コンテンツ プレースホルダー 40"/>
          <p:cNvSpPr>
            <a:spLocks noGrp="1"/>
          </p:cNvSpPr>
          <p:nvPr>
            <p:ph/>
          </p:nvPr>
        </p:nvSpPr>
        <p:spPr>
          <a:xfrm>
            <a:off x="676656" y="4946904"/>
            <a:ext cx="2798064" cy="338328"/>
          </a:xfrm>
        </p:spPr>
        <p:txBody>
          <a:bodyPr/>
          <a:lstStyle/>
          <a:p>
            <a:pPr marL="0" marR="0" indent="0" algn="l">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符号の理論整合</a:t>
            </a:r>
          </a:p>
        </p:txBody>
      </p:sp>
      <p:sp>
        <p:nvSpPr>
          <p:cNvPr id="42" name="コンテンツ プレースホルダー 41"/>
          <p:cNvSpPr>
            <a:spLocks noGrp="1"/>
          </p:cNvSpPr>
          <p:nvPr>
            <p:ph/>
          </p:nvPr>
        </p:nvSpPr>
        <p:spPr>
          <a:xfrm>
            <a:off x="3694176" y="4946904"/>
            <a:ext cx="215798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3 / 3</a:t>
            </a:r>
          </a:p>
        </p:txBody>
      </p:sp>
      <p:sp>
        <p:nvSpPr>
          <p:cNvPr id="43" name="コンテンツ プレースホルダー 42"/>
          <p:cNvSpPr>
            <a:spLocks noGrp="1"/>
          </p:cNvSpPr>
          <p:nvPr>
            <p:ph/>
          </p:nvPr>
        </p:nvSpPr>
        <p:spPr>
          <a:xfrm>
            <a:off x="6071616" y="4946904"/>
            <a:ext cx="2569464" cy="338328"/>
          </a:xfrm>
        </p:spPr>
        <p:txBody>
          <a:bodyPr/>
          <a:lstStyle/>
          <a:p>
            <a:pPr marL="0" marR="0" indent="0" algn="ctr">
              <a:lnSpc>
                <a:spcPct val="100000"/>
              </a:lnSpc>
              <a:spcBef>
                <a:spcPts val="0"/>
              </a:spcBef>
              <a:spcAft>
                <a:spcPts val="0"/>
              </a:spcAft>
              <a:buNone/>
            </a:pPr>
            <a:r>
              <a:rPr sz="1250" b="1" i="0" u="none" strike="noStrike" cap="none">
                <a:solidFill>
                  <a:srgbClr val="D73027">
                    <a:alpha val="100000"/>
                  </a:srgbClr>
                </a:solidFill>
                <a:latin typeface="Yu Gothic"/>
                <a:cs typeface="Yu Gothic"/>
                <a:sym typeface="Yu Gothic"/>
              </a:rPr>
              <a:t>9 / 9</a:t>
            </a:r>
          </a:p>
        </p:txBody>
      </p:sp>
      <p:sp>
        <p:nvSpPr>
          <p:cNvPr id="44" name="コンテンツ プレースホルダー 43"/>
          <p:cNvSpPr>
            <a:spLocks noGrp="1"/>
          </p:cNvSpPr>
          <p:nvPr>
            <p:ph/>
          </p:nvPr>
        </p:nvSpPr>
        <p:spPr>
          <a:xfrm>
            <a:off x="8860536" y="4946904"/>
            <a:ext cx="2660904" cy="338328"/>
          </a:xfrm>
        </p:spPr>
        <p:txBody>
          <a:bodyPr/>
          <a:lstStyle/>
          <a:p>
            <a:pPr marL="0" marR="0" indent="0" algn="ctr">
              <a:lnSpc>
                <a:spcPct val="100000"/>
              </a:lnSpc>
              <a:spcBef>
                <a:spcPts val="0"/>
              </a:spcBef>
              <a:spcAft>
                <a:spcPts val="0"/>
              </a:spcAft>
              <a:buNone/>
            </a:pPr>
            <a:r>
              <a:rPr sz="1250" b="0" i="0" u="none" strike="noStrike" cap="none">
                <a:solidFill>
                  <a:srgbClr val="102A43">
                    <a:alpha val="100000"/>
                  </a:srgbClr>
                </a:solidFill>
                <a:latin typeface="Yu Gothic"/>
                <a:cs typeface="Yu Gothic"/>
                <a:sym typeface="Yu Gothic"/>
              </a:rPr>
              <a:t>一部で困難</a:t>
            </a:r>
          </a:p>
        </p:txBody>
      </p:sp>
      <p:pic>
        <p:nvPicPr>
          <p:cNvPr id="45" name="コンテンツ プレースホルダー 44"/>
          <p:cNvPicPr>
            <a:picLocks noGrp="1"/>
          </p:cNvPicPr>
          <p:nvPr>
            <p:ph/>
          </p:nvPr>
        </p:nvPicPr>
        <p:blipFill>
          <a:blip r:embed="rId4"/>
          <a:stretch>
            <a:fillRect/>
          </a:stretch>
        </p:blipFill>
        <p:spPr>
          <a:xfrm>
            <a:off x="566928" y="5532120"/>
            <a:ext cx="11064240" cy="658368"/>
          </a:xfrm>
          <a:prstGeom prst="rect">
            <a:avLst/>
          </a:prstGeom>
        </p:spPr>
      </p:pic>
      <p:sp>
        <p:nvSpPr>
          <p:cNvPr id="46" name="コンテンツ プレースホルダー 45"/>
          <p:cNvSpPr>
            <a:spLocks noGrp="1"/>
          </p:cNvSpPr>
          <p:nvPr>
            <p:ph/>
          </p:nvPr>
        </p:nvSpPr>
        <p:spPr>
          <a:xfrm>
            <a:off x="804672" y="5705856"/>
            <a:ext cx="10607040" cy="365760"/>
          </a:xfrm>
        </p:spPr>
        <p:txBody>
          <a:bodyPr/>
          <a:lstStyle/>
          <a:p>
            <a:pPr marL="0" marR="0" indent="0" algn="l">
              <a:lnSpc>
                <a:spcPct val="100000"/>
              </a:lnSpc>
              <a:spcBef>
                <a:spcPts val="0"/>
              </a:spcBef>
              <a:spcAft>
                <a:spcPts val="0"/>
              </a:spcAft>
              <a:buNone/>
            </a:pPr>
            <a:r>
              <a:rPr sz="1250" b="1" i="0" u="none" strike="noStrike" cap="none">
                <a:solidFill>
                  <a:srgbClr val="102A43">
                    <a:alpha val="100000"/>
                  </a:srgbClr>
                </a:solidFill>
                <a:latin typeface="Yu Gothic"/>
                <a:cs typeface="Yu Gothic"/>
                <a:sym typeface="Yu Gothic"/>
              </a:rPr>
              <a:t>解釈が目的なら C6、予測だけが目的なら M13。C6 は読みやすさを保ったまま参考モデルを 11% 上回る。</a:t>
            </a:r>
          </a:p>
        </p:txBody>
      </p:sp>
      <p:sp>
        <p:nvSpPr>
          <p:cNvPr id="47" name="コンテンツ プレースホルダー 46"/>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7 / 12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STEP 5</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空間相関を CAR モデルで書き込む</a:t>
            </a:r>
          </a:p>
        </p:txBody>
      </p:sp>
      <p:pic>
        <p:nvPicPr>
          <p:cNvPr id="4" name="コンテンツ プレースホルダー 3"/>
          <p:cNvPicPr>
            <a:picLocks noGrp="1"/>
          </p:cNvPicPr>
          <p:nvPr>
            <p:ph/>
          </p:nvPr>
        </p:nvPicPr>
        <p:blipFill>
          <a:blip r:embed="rId2"/>
          <a:stretch>
            <a:fillRect/>
          </a:stretch>
        </p:blipFill>
        <p:spPr>
          <a:xfrm>
            <a:off x="566928" y="1463040"/>
            <a:ext cx="5577840" cy="1280160"/>
          </a:xfrm>
          <a:prstGeom prst="rect">
            <a:avLst/>
          </a:prstGeom>
        </p:spPr>
      </p:pic>
      <p:sp>
        <p:nvSpPr>
          <p:cNvPr id="5" name="コンテンツ プレースホルダー 4"/>
          <p:cNvSpPr>
            <a:spLocks noGrp="1"/>
          </p:cNvSpPr>
          <p:nvPr>
            <p:ph/>
          </p:nvPr>
        </p:nvSpPr>
        <p:spPr>
          <a:xfrm>
            <a:off x="804672" y="1645920"/>
            <a:ext cx="5102352" cy="96012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近接性の定義</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spData の街区ポリゴンから Queen 隣接を構築</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506 地区・平均隣接数 5.75・孤立なし・連結成分 1</a:t>
            </a:r>
          </a:p>
        </p:txBody>
      </p:sp>
      <p:pic>
        <p:nvPicPr>
          <p:cNvPr id="6" name="コンテンツ プレースホルダー 5"/>
          <p:cNvPicPr>
            <a:picLocks noGrp="1"/>
          </p:cNvPicPr>
          <p:nvPr>
            <p:ph/>
          </p:nvPr>
        </p:nvPicPr>
        <p:blipFill>
          <a:blip r:embed="rId3"/>
          <a:stretch>
            <a:fillRect/>
          </a:stretch>
        </p:blipFill>
        <p:spPr>
          <a:xfrm>
            <a:off x="566928" y="2880360"/>
            <a:ext cx="5577840" cy="1691640"/>
          </a:xfrm>
          <a:prstGeom prst="rect">
            <a:avLst/>
          </a:prstGeom>
        </p:spPr>
      </p:pic>
      <p:sp>
        <p:nvSpPr>
          <p:cNvPr id="7" name="コンテンツ プレースホルダー 6"/>
          <p:cNvSpPr>
            <a:spLocks noGrp="1"/>
          </p:cNvSpPr>
          <p:nvPr>
            <p:ph/>
          </p:nvPr>
        </p:nvSpPr>
        <p:spPr>
          <a:xfrm>
            <a:off x="804672" y="3063240"/>
            <a:ext cx="5102352" cy="137160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3 つの構造を比較</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ICAR（ρ = 1 に固定）　DIC −893.9</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BYM（ICAR + 非構造化）　INLA で当てはめ、空間比率 φ = 0.858</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Leroux（ρ を推定）　DIC −935.2 で最良</a:t>
            </a:r>
          </a:p>
        </p:txBody>
      </p:sp>
      <p:pic>
        <p:nvPicPr>
          <p:cNvPr id="8" name="コンテンツ プレースホルダー 7"/>
          <p:cNvPicPr>
            <a:picLocks noGrp="1"/>
          </p:cNvPicPr>
          <p:nvPr>
            <p:ph/>
          </p:nvPr>
        </p:nvPicPr>
        <p:blipFill>
          <a:blip r:embed="rId4"/>
          <a:stretch>
            <a:fillRect/>
          </a:stretch>
        </p:blipFill>
        <p:spPr>
          <a:xfrm>
            <a:off x="566928" y="4709160"/>
            <a:ext cx="5577840" cy="1371600"/>
          </a:xfrm>
          <a:prstGeom prst="rect">
            <a:avLst/>
          </a:prstGeom>
        </p:spPr>
      </p:pic>
      <p:sp>
        <p:nvSpPr>
          <p:cNvPr id="9" name="コンテンツ プレースホルダー 8"/>
          <p:cNvSpPr>
            <a:spLocks noGrp="1"/>
          </p:cNvSpPr>
          <p:nvPr>
            <p:ph/>
          </p:nvPr>
        </p:nvSpPr>
        <p:spPr>
          <a:xfrm>
            <a:off x="804672" y="4892040"/>
            <a:ext cx="5102352" cy="105156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実装上の判断</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CARBayes の BYM はガウス分布に未対応 → INLA を併用</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分散分解 ν² = 0.0049 対 τ² = 0.0673（変動の 9 割が地域効果）</a:t>
            </a:r>
          </a:p>
        </p:txBody>
      </p:sp>
      <p:pic>
        <p:nvPicPr>
          <p:cNvPr id="10" name="コンテンツ プレースホルダー 9"/>
          <p:cNvPicPr>
            <a:picLocks noGrp="1"/>
          </p:cNvPicPr>
          <p:nvPr>
            <p:ph/>
          </p:nvPr>
        </p:nvPicPr>
        <p:blipFill>
          <a:blip r:embed="rId5"/>
          <a:stretch>
            <a:fillRect/>
          </a:stretch>
        </p:blipFill>
        <p:spPr>
          <a:xfrm>
            <a:off x="6400800" y="1828800"/>
            <a:ext cx="5230368" cy="3035808"/>
          </a:xfrm>
          <a:prstGeom prst="rect">
            <a:avLst/>
          </a:prstGeom>
        </p:spPr>
      </p:pic>
      <p:sp>
        <p:nvSpPr>
          <p:cNvPr id="11" name="コンテンツ プレースホルダー 10"/>
          <p:cNvSpPr>
            <a:spLocks noGrp="1"/>
          </p:cNvSpPr>
          <p:nvPr>
            <p:ph/>
          </p:nvPr>
        </p:nvSpPr>
        <p:spPr>
          <a:xfrm>
            <a:off x="6400800" y="5029200"/>
            <a:ext cx="5230368" cy="320040"/>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ρ = 0.938［0.833, 0.994］：ほぼ ICAR だが完全な内因性ではない</a:t>
            </a:r>
          </a:p>
        </p:txBody>
      </p:sp>
      <p:sp>
        <p:nvSpPr>
          <p:cNvPr id="12" name="コンテンツ プレースホルダー 11"/>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8 / 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検証</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当てはまりでは決まらない ── 保留標本で確かめる</a:t>
            </a:r>
          </a:p>
        </p:txBody>
      </p:sp>
      <p:pic>
        <p:nvPicPr>
          <p:cNvPr id="4" name="コンテンツ プレースホルダー 3"/>
          <p:cNvPicPr>
            <a:picLocks noGrp="1"/>
          </p:cNvPicPr>
          <p:nvPr>
            <p:ph/>
          </p:nvPr>
        </p:nvPicPr>
        <p:blipFill>
          <a:blip r:embed="rId2"/>
          <a:stretch>
            <a:fillRect/>
          </a:stretch>
        </p:blipFill>
        <p:spPr>
          <a:xfrm>
            <a:off x="566928" y="1600200"/>
            <a:ext cx="6720840" cy="3840480"/>
          </a:xfrm>
          <a:prstGeom prst="rect">
            <a:avLst/>
          </a:prstGeom>
        </p:spPr>
      </p:pic>
      <p:pic>
        <p:nvPicPr>
          <p:cNvPr id="5" name="コンテンツ プレースホルダー 4"/>
          <p:cNvPicPr>
            <a:picLocks noGrp="1"/>
          </p:cNvPicPr>
          <p:nvPr>
            <p:ph/>
          </p:nvPr>
        </p:nvPicPr>
        <p:blipFill>
          <a:blip r:embed="rId3"/>
          <a:stretch>
            <a:fillRect/>
          </a:stretch>
        </p:blipFill>
        <p:spPr>
          <a:xfrm>
            <a:off x="7543800" y="1645920"/>
            <a:ext cx="4096512" cy="1691640"/>
          </a:xfrm>
          <a:prstGeom prst="rect">
            <a:avLst/>
          </a:prstGeom>
        </p:spPr>
      </p:pic>
      <p:sp>
        <p:nvSpPr>
          <p:cNvPr id="6" name="コンテンツ プレースホルダー 5"/>
          <p:cNvSpPr>
            <a:spLocks noGrp="1"/>
          </p:cNvSpPr>
          <p:nvPr>
            <p:ph/>
          </p:nvPr>
        </p:nvSpPr>
        <p:spPr>
          <a:xfrm>
            <a:off x="7781544" y="1828800"/>
            <a:ext cx="3621024" cy="137160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なぜ保留標本か</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ランダム効果は当てはめを飽和させる</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iid モデルは残差 RMSE 0.0006 でほぼ内挿</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DIC・WAIC では良し悪しを測れない</a:t>
            </a:r>
          </a:p>
        </p:txBody>
      </p:sp>
      <p:pic>
        <p:nvPicPr>
          <p:cNvPr id="7" name="コンテンツ プレースホルダー 6"/>
          <p:cNvPicPr>
            <a:picLocks noGrp="1"/>
          </p:cNvPicPr>
          <p:nvPr>
            <p:ph/>
          </p:nvPr>
        </p:nvPicPr>
        <p:blipFill>
          <a:blip r:embed="rId4"/>
          <a:stretch>
            <a:fillRect/>
          </a:stretch>
        </p:blipFill>
        <p:spPr>
          <a:xfrm>
            <a:off x="7543800" y="3566160"/>
            <a:ext cx="4096512" cy="2194560"/>
          </a:xfrm>
          <a:prstGeom prst="rect">
            <a:avLst/>
          </a:prstGeom>
        </p:spPr>
      </p:pic>
      <p:sp>
        <p:nvSpPr>
          <p:cNvPr id="8" name="コンテンツ プレースホルダー 7"/>
          <p:cNvSpPr>
            <a:spLocks noGrp="1"/>
          </p:cNvSpPr>
          <p:nvPr>
            <p:ph/>
          </p:nvPr>
        </p:nvSpPr>
        <p:spPr>
          <a:xfrm>
            <a:off x="7781544" y="3749040"/>
            <a:ext cx="3621024" cy="187452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結果</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検証領域の応答を NA にして予測</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Leroux 0.1387（C6 比 24% 改善）</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20/20 fold で優位。M13 も上回る</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iid は改善ゼロ（p = 0.686）</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効くのは空間構造そのもの</a:t>
            </a:r>
          </a:p>
        </p:txBody>
      </p:sp>
      <p:sp>
        <p:nvSpPr>
          <p:cNvPr id="9" name="コンテンツ プレースホルダー 8"/>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9 / 12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解釈</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空間相関は消えたか、係数はどう動いたか</a:t>
            </a:r>
          </a:p>
        </p:txBody>
      </p:sp>
      <p:pic>
        <p:nvPicPr>
          <p:cNvPr id="4" name="コンテンツ プレースホルダー 3"/>
          <p:cNvPicPr>
            <a:picLocks noGrp="1"/>
          </p:cNvPicPr>
          <p:nvPr>
            <p:ph/>
          </p:nvPr>
        </p:nvPicPr>
        <p:blipFill>
          <a:blip r:embed="rId2"/>
          <a:stretch>
            <a:fillRect/>
          </a:stretch>
        </p:blipFill>
        <p:spPr>
          <a:xfrm>
            <a:off x="566928" y="1737360"/>
            <a:ext cx="5760720" cy="3346704"/>
          </a:xfrm>
          <a:prstGeom prst="rect">
            <a:avLst/>
          </a:prstGeom>
        </p:spPr>
      </p:pic>
      <p:sp>
        <p:nvSpPr>
          <p:cNvPr id="5" name="コンテンツ プレースホルダー 4"/>
          <p:cNvSpPr>
            <a:spLocks noGrp="1"/>
          </p:cNvSpPr>
          <p:nvPr>
            <p:ph/>
          </p:nvPr>
        </p:nvSpPr>
        <p:spPr>
          <a:xfrm>
            <a:off x="566928" y="5212080"/>
            <a:ext cx="5760720" cy="29260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残差の Moran's I：0.407 → −0.115（空間依存は解消）</a:t>
            </a:r>
          </a:p>
        </p:txBody>
      </p:sp>
      <p:pic>
        <p:nvPicPr>
          <p:cNvPr id="6" name="コンテンツ プレースホルダー 5"/>
          <p:cNvPicPr>
            <a:picLocks noGrp="1"/>
          </p:cNvPicPr>
          <p:nvPr>
            <p:ph/>
          </p:nvPr>
        </p:nvPicPr>
        <p:blipFill>
          <a:blip r:embed="rId3"/>
          <a:stretch>
            <a:fillRect/>
          </a:stretch>
        </p:blipFill>
        <p:spPr>
          <a:xfrm>
            <a:off x="6583680" y="1554480"/>
            <a:ext cx="5074920" cy="402336"/>
          </a:xfrm>
          <a:prstGeom prst="rect">
            <a:avLst/>
          </a:prstGeom>
        </p:spPr>
      </p:pic>
      <p:sp>
        <p:nvSpPr>
          <p:cNvPr id="7" name="コンテンツ プレースホルダー 6"/>
          <p:cNvSpPr>
            <a:spLocks noGrp="1"/>
          </p:cNvSpPr>
          <p:nvPr>
            <p:ph/>
          </p:nvPr>
        </p:nvSpPr>
        <p:spPr>
          <a:xfrm>
            <a:off x="6693408" y="1636776"/>
            <a:ext cx="2386584" cy="292608"/>
          </a:xfrm>
        </p:spPr>
        <p:txBody>
          <a:bodyPr/>
          <a:lstStyle/>
          <a:p>
            <a:pPr marL="0" marR="0" indent="0" algn="l">
              <a:lnSpc>
                <a:spcPct val="100000"/>
              </a:lnSpc>
              <a:spcBef>
                <a:spcPts val="0"/>
              </a:spcBef>
              <a:spcAft>
                <a:spcPts val="0"/>
              </a:spcAft>
              <a:buNone/>
            </a:pPr>
            <a:r>
              <a:rPr sz="1150" b="1" i="0" u="none" strike="noStrike" cap="none">
                <a:solidFill>
                  <a:srgbClr val="FFFFFF">
                    <a:alpha val="100000"/>
                  </a:srgbClr>
                </a:solidFill>
                <a:latin typeface="Yu Gothic"/>
                <a:cs typeface="Yu Gothic"/>
                <a:sym typeface="Yu Gothic"/>
              </a:rPr>
              <a:t>項</a:t>
            </a:r>
          </a:p>
        </p:txBody>
      </p:sp>
      <p:sp>
        <p:nvSpPr>
          <p:cNvPr id="8" name="コンテンツ プレースホルダー 7"/>
          <p:cNvSpPr>
            <a:spLocks noGrp="1"/>
          </p:cNvSpPr>
          <p:nvPr>
            <p:ph/>
          </p:nvPr>
        </p:nvSpPr>
        <p:spPr>
          <a:xfrm>
            <a:off x="9299448" y="1636776"/>
            <a:ext cx="1014984" cy="292608"/>
          </a:xfrm>
        </p:spPr>
        <p:txBody>
          <a:bodyPr/>
          <a:lstStyle/>
          <a:p>
            <a:pPr marL="0" marR="0" indent="0" algn="ctr">
              <a:lnSpc>
                <a:spcPct val="100000"/>
              </a:lnSpc>
              <a:spcBef>
                <a:spcPts val="0"/>
              </a:spcBef>
              <a:spcAft>
                <a:spcPts val="0"/>
              </a:spcAft>
              <a:buNone/>
            </a:pPr>
            <a:r>
              <a:rPr sz="1150" b="1" i="0" u="none" strike="noStrike" cap="none">
                <a:solidFill>
                  <a:srgbClr val="FFFFFF">
                    <a:alpha val="100000"/>
                  </a:srgbClr>
                </a:solidFill>
                <a:latin typeface="Yu Gothic"/>
                <a:cs typeface="Yu Gothic"/>
                <a:sym typeface="Yu Gothic"/>
              </a:rPr>
              <a:t>OLS</a:t>
            </a:r>
          </a:p>
        </p:txBody>
      </p:sp>
      <p:sp>
        <p:nvSpPr>
          <p:cNvPr id="9" name="コンテンツ プレースホルダー 8"/>
          <p:cNvSpPr>
            <a:spLocks noGrp="1"/>
          </p:cNvSpPr>
          <p:nvPr>
            <p:ph/>
          </p:nvPr>
        </p:nvSpPr>
        <p:spPr>
          <a:xfrm>
            <a:off x="10533888" y="1636776"/>
            <a:ext cx="1014984" cy="292608"/>
          </a:xfrm>
        </p:spPr>
        <p:txBody>
          <a:bodyPr/>
          <a:lstStyle/>
          <a:p>
            <a:pPr marL="0" marR="0" indent="0" algn="ctr">
              <a:lnSpc>
                <a:spcPct val="100000"/>
              </a:lnSpc>
              <a:spcBef>
                <a:spcPts val="0"/>
              </a:spcBef>
              <a:spcAft>
                <a:spcPts val="0"/>
              </a:spcAft>
              <a:buNone/>
            </a:pPr>
            <a:r>
              <a:rPr sz="1150" b="1" i="0" u="none" strike="noStrike" cap="none">
                <a:solidFill>
                  <a:srgbClr val="FFFFFF">
                    <a:alpha val="100000"/>
                  </a:srgbClr>
                </a:solidFill>
                <a:latin typeface="Yu Gothic"/>
                <a:cs typeface="Yu Gothic"/>
                <a:sym typeface="Yu Gothic"/>
              </a:rPr>
              <a:t>Leroux</a:t>
            </a:r>
          </a:p>
        </p:txBody>
      </p:sp>
      <p:sp>
        <p:nvSpPr>
          <p:cNvPr id="10" name="コンテンツ プレースホルダー 9"/>
          <p:cNvSpPr>
            <a:spLocks noGrp="1"/>
          </p:cNvSpPr>
          <p:nvPr>
            <p:ph/>
          </p:nvPr>
        </p:nvSpPr>
        <p:spPr>
          <a:xfrm>
            <a:off x="6693408" y="2029968"/>
            <a:ext cx="2386584" cy="292608"/>
          </a:xfrm>
        </p:spPr>
        <p:txBody>
          <a:bodyPr/>
          <a:lstStyle/>
          <a:p>
            <a:pPr marL="0" marR="0" indent="0" algn="l">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CRIM</a:t>
            </a:r>
          </a:p>
        </p:txBody>
      </p:sp>
      <p:sp>
        <p:nvSpPr>
          <p:cNvPr id="11" name="コンテンツ プレースホルダー 10"/>
          <p:cNvSpPr>
            <a:spLocks noGrp="1"/>
          </p:cNvSpPr>
          <p:nvPr>
            <p:ph/>
          </p:nvPr>
        </p:nvSpPr>
        <p:spPr>
          <a:xfrm>
            <a:off x="9299448" y="2029968"/>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−0.0095</a:t>
            </a:r>
          </a:p>
        </p:txBody>
      </p:sp>
      <p:sp>
        <p:nvSpPr>
          <p:cNvPr id="12" name="コンテンツ プレースホルダー 11"/>
          <p:cNvSpPr>
            <a:spLocks noGrp="1"/>
          </p:cNvSpPr>
          <p:nvPr>
            <p:ph/>
          </p:nvPr>
        </p:nvSpPr>
        <p:spPr>
          <a:xfrm>
            <a:off x="10533888" y="2029968"/>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−0.0073</a:t>
            </a:r>
          </a:p>
        </p:txBody>
      </p:sp>
      <p:pic>
        <p:nvPicPr>
          <p:cNvPr id="13" name="コンテンツ プレースホルダー 12"/>
          <p:cNvPicPr>
            <a:picLocks noGrp="1"/>
          </p:cNvPicPr>
          <p:nvPr>
            <p:ph/>
          </p:nvPr>
        </p:nvPicPr>
        <p:blipFill>
          <a:blip r:embed="rId4"/>
          <a:stretch>
            <a:fillRect/>
          </a:stretch>
        </p:blipFill>
        <p:spPr>
          <a:xfrm>
            <a:off x="6583680" y="2340864"/>
            <a:ext cx="5074920" cy="384048"/>
          </a:xfrm>
          <a:prstGeom prst="rect">
            <a:avLst/>
          </a:prstGeom>
        </p:spPr>
      </p:pic>
      <p:sp>
        <p:nvSpPr>
          <p:cNvPr id="14" name="コンテンツ プレースホルダー 13"/>
          <p:cNvSpPr>
            <a:spLocks noGrp="1"/>
          </p:cNvSpPr>
          <p:nvPr>
            <p:ph/>
          </p:nvPr>
        </p:nvSpPr>
        <p:spPr>
          <a:xfrm>
            <a:off x="6693408" y="2414016"/>
            <a:ext cx="2386584" cy="292608"/>
          </a:xfrm>
        </p:spPr>
        <p:txBody>
          <a:bodyPr/>
          <a:lstStyle/>
          <a:p>
            <a:pPr marL="0" marR="0" indent="0" algn="l">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CHAS（川沿い）</a:t>
            </a:r>
          </a:p>
        </p:txBody>
      </p:sp>
      <p:sp>
        <p:nvSpPr>
          <p:cNvPr id="15" name="コンテンツ プレースホルダー 14"/>
          <p:cNvSpPr>
            <a:spLocks noGrp="1"/>
          </p:cNvSpPr>
          <p:nvPr>
            <p:ph/>
          </p:nvPr>
        </p:nvSpPr>
        <p:spPr>
          <a:xfrm>
            <a:off x="9299448" y="2414016"/>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+0.086</a:t>
            </a:r>
          </a:p>
        </p:txBody>
      </p:sp>
      <p:sp>
        <p:nvSpPr>
          <p:cNvPr id="16" name="コンテンツ プレースホルダー 15"/>
          <p:cNvSpPr>
            <a:spLocks noGrp="1"/>
          </p:cNvSpPr>
          <p:nvPr>
            <p:ph/>
          </p:nvPr>
        </p:nvSpPr>
        <p:spPr>
          <a:xfrm>
            <a:off x="10533888" y="2414016"/>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−0.018</a:t>
            </a:r>
          </a:p>
        </p:txBody>
      </p:sp>
      <p:sp>
        <p:nvSpPr>
          <p:cNvPr id="17" name="コンテンツ プレースホルダー 16"/>
          <p:cNvSpPr>
            <a:spLocks noGrp="1"/>
          </p:cNvSpPr>
          <p:nvPr>
            <p:ph/>
          </p:nvPr>
        </p:nvSpPr>
        <p:spPr>
          <a:xfrm>
            <a:off x="6693408" y="2798064"/>
            <a:ext cx="2386584" cy="292608"/>
          </a:xfrm>
        </p:spPr>
        <p:txBody>
          <a:bodyPr/>
          <a:lstStyle/>
          <a:p>
            <a:pPr marL="0" marR="0" indent="0" algn="l">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RM（部屋数）</a:t>
            </a:r>
          </a:p>
        </p:txBody>
      </p:sp>
      <p:sp>
        <p:nvSpPr>
          <p:cNvPr id="18" name="コンテンツ プレースホルダー 17"/>
          <p:cNvSpPr>
            <a:spLocks noGrp="1"/>
          </p:cNvSpPr>
          <p:nvPr>
            <p:ph/>
          </p:nvPr>
        </p:nvSpPr>
        <p:spPr>
          <a:xfrm>
            <a:off x="9299448" y="2798064"/>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+0.084</a:t>
            </a:r>
          </a:p>
        </p:txBody>
      </p:sp>
      <p:sp>
        <p:nvSpPr>
          <p:cNvPr id="19" name="コンテンツ プレースホルダー 18"/>
          <p:cNvSpPr>
            <a:spLocks noGrp="1"/>
          </p:cNvSpPr>
          <p:nvPr>
            <p:ph/>
          </p:nvPr>
        </p:nvSpPr>
        <p:spPr>
          <a:xfrm>
            <a:off x="10533888" y="2798064"/>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+0.114</a:t>
            </a:r>
          </a:p>
        </p:txBody>
      </p:sp>
      <p:pic>
        <p:nvPicPr>
          <p:cNvPr id="20" name="コンテンツ プレースホルダー 19"/>
          <p:cNvPicPr>
            <a:picLocks noGrp="1"/>
          </p:cNvPicPr>
          <p:nvPr>
            <p:ph/>
          </p:nvPr>
        </p:nvPicPr>
        <p:blipFill>
          <a:blip r:embed="rId4"/>
          <a:stretch>
            <a:fillRect/>
          </a:stretch>
        </p:blipFill>
        <p:spPr>
          <a:xfrm>
            <a:off x="6583680" y="3108960"/>
            <a:ext cx="5074920" cy="384048"/>
          </a:xfrm>
          <a:prstGeom prst="rect">
            <a:avLst/>
          </a:prstGeom>
        </p:spPr>
      </p:pic>
      <p:sp>
        <p:nvSpPr>
          <p:cNvPr id="21" name="コンテンツ プレースホルダー 20"/>
          <p:cNvSpPr>
            <a:spLocks noGrp="1"/>
          </p:cNvSpPr>
          <p:nvPr>
            <p:ph/>
          </p:nvPr>
        </p:nvSpPr>
        <p:spPr>
          <a:xfrm>
            <a:off x="6693408" y="3182112"/>
            <a:ext cx="2386584" cy="292608"/>
          </a:xfrm>
        </p:spPr>
        <p:txBody>
          <a:bodyPr/>
          <a:lstStyle/>
          <a:p>
            <a:pPr marL="0" marR="0" indent="0" algn="l">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log(PTRATIO)</a:t>
            </a:r>
          </a:p>
        </p:txBody>
      </p:sp>
      <p:sp>
        <p:nvSpPr>
          <p:cNvPr id="22" name="コンテンツ プレースホルダー 21"/>
          <p:cNvSpPr>
            <a:spLocks noGrp="1"/>
          </p:cNvSpPr>
          <p:nvPr>
            <p:ph/>
          </p:nvPr>
        </p:nvSpPr>
        <p:spPr>
          <a:xfrm>
            <a:off x="9299448" y="3182112"/>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−0.537</a:t>
            </a:r>
          </a:p>
        </p:txBody>
      </p:sp>
      <p:sp>
        <p:nvSpPr>
          <p:cNvPr id="23" name="コンテンツ プレースホルダー 22"/>
          <p:cNvSpPr>
            <a:spLocks noGrp="1"/>
          </p:cNvSpPr>
          <p:nvPr>
            <p:ph/>
          </p:nvPr>
        </p:nvSpPr>
        <p:spPr>
          <a:xfrm>
            <a:off x="10533888" y="3182112"/>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−0.310</a:t>
            </a:r>
          </a:p>
        </p:txBody>
      </p:sp>
      <p:sp>
        <p:nvSpPr>
          <p:cNvPr id="24" name="コンテンツ プレースホルダー 23"/>
          <p:cNvSpPr>
            <a:spLocks noGrp="1"/>
          </p:cNvSpPr>
          <p:nvPr>
            <p:ph/>
          </p:nvPr>
        </p:nvSpPr>
        <p:spPr>
          <a:xfrm>
            <a:off x="6693408" y="3566160"/>
            <a:ext cx="2386584" cy="292608"/>
          </a:xfrm>
        </p:spPr>
        <p:txBody>
          <a:bodyPr/>
          <a:lstStyle/>
          <a:p>
            <a:pPr marL="0" marR="0" indent="0" algn="l">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log(LSTAT)</a:t>
            </a:r>
          </a:p>
        </p:txBody>
      </p:sp>
      <p:sp>
        <p:nvSpPr>
          <p:cNvPr id="25" name="コンテンツ プレースホルダー 24"/>
          <p:cNvSpPr>
            <a:spLocks noGrp="1"/>
          </p:cNvSpPr>
          <p:nvPr>
            <p:ph/>
          </p:nvPr>
        </p:nvSpPr>
        <p:spPr>
          <a:xfrm>
            <a:off x="9299448" y="3566160"/>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−0.394</a:t>
            </a:r>
          </a:p>
        </p:txBody>
      </p:sp>
      <p:sp>
        <p:nvSpPr>
          <p:cNvPr id="26" name="コンテンツ プレースホルダー 25"/>
          <p:cNvSpPr>
            <a:spLocks noGrp="1"/>
          </p:cNvSpPr>
          <p:nvPr>
            <p:ph/>
          </p:nvPr>
        </p:nvSpPr>
        <p:spPr>
          <a:xfrm>
            <a:off x="10533888" y="3566160"/>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−0.311</a:t>
            </a:r>
          </a:p>
        </p:txBody>
      </p:sp>
      <p:pic>
        <p:nvPicPr>
          <p:cNvPr id="27" name="コンテンツ プレースホルダー 26"/>
          <p:cNvPicPr>
            <a:picLocks noGrp="1"/>
          </p:cNvPicPr>
          <p:nvPr>
            <p:ph/>
          </p:nvPr>
        </p:nvPicPr>
        <p:blipFill>
          <a:blip r:embed="rId4"/>
          <a:stretch>
            <a:fillRect/>
          </a:stretch>
        </p:blipFill>
        <p:spPr>
          <a:xfrm>
            <a:off x="6583680" y="3877056"/>
            <a:ext cx="5074920" cy="384048"/>
          </a:xfrm>
          <a:prstGeom prst="rect">
            <a:avLst/>
          </a:prstGeom>
        </p:spPr>
      </p:pic>
      <p:sp>
        <p:nvSpPr>
          <p:cNvPr id="28" name="コンテンツ プレースホルダー 27"/>
          <p:cNvSpPr>
            <a:spLocks noGrp="1"/>
          </p:cNvSpPr>
          <p:nvPr>
            <p:ph/>
          </p:nvPr>
        </p:nvSpPr>
        <p:spPr>
          <a:xfrm>
            <a:off x="6693408" y="3950208"/>
            <a:ext cx="2386584" cy="292608"/>
          </a:xfrm>
        </p:spPr>
        <p:txBody>
          <a:bodyPr/>
          <a:lstStyle/>
          <a:p>
            <a:pPr marL="0" marR="0" indent="0" algn="l">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NOX × log(LSTAT)</a:t>
            </a:r>
          </a:p>
        </p:txBody>
      </p:sp>
      <p:sp>
        <p:nvSpPr>
          <p:cNvPr id="29" name="コンテンツ プレースホルダー 28"/>
          <p:cNvSpPr>
            <a:spLocks noGrp="1"/>
          </p:cNvSpPr>
          <p:nvPr>
            <p:ph/>
          </p:nvPr>
        </p:nvSpPr>
        <p:spPr>
          <a:xfrm>
            <a:off x="9299448" y="3950208"/>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−0.818</a:t>
            </a:r>
          </a:p>
        </p:txBody>
      </p:sp>
      <p:sp>
        <p:nvSpPr>
          <p:cNvPr id="30" name="コンテンツ プレースホルダー 29"/>
          <p:cNvSpPr>
            <a:spLocks noGrp="1"/>
          </p:cNvSpPr>
          <p:nvPr>
            <p:ph/>
          </p:nvPr>
        </p:nvSpPr>
        <p:spPr>
          <a:xfrm>
            <a:off x="10533888" y="3950208"/>
            <a:ext cx="1014984" cy="292608"/>
          </a:xfrm>
        </p:spPr>
        <p:txBody>
          <a:bodyPr/>
          <a:lstStyle/>
          <a:p>
            <a:pPr marL="0" marR="0" indent="0" algn="ctr">
              <a:lnSpc>
                <a:spcPct val="100000"/>
              </a:lnSpc>
              <a:spcBef>
                <a:spcPts val="0"/>
              </a:spcBef>
              <a:spcAft>
                <a:spcPts val="0"/>
              </a:spcAft>
              <a:buNone/>
            </a:pPr>
            <a:r>
              <a:rPr sz="1150" b="0" i="0" u="none" strike="noStrike" cap="none">
                <a:solidFill>
                  <a:srgbClr val="102A43">
                    <a:alpha val="100000"/>
                  </a:srgbClr>
                </a:solidFill>
                <a:latin typeface="Yu Gothic"/>
                <a:cs typeface="Yu Gothic"/>
                <a:sym typeface="Yu Gothic"/>
              </a:rPr>
              <a:t>−0.390</a:t>
            </a:r>
          </a:p>
        </p:txBody>
      </p:sp>
      <p:pic>
        <p:nvPicPr>
          <p:cNvPr id="31" name="コンテンツ プレースホルダー 30"/>
          <p:cNvPicPr>
            <a:picLocks noGrp="1"/>
          </p:cNvPicPr>
          <p:nvPr>
            <p:ph/>
          </p:nvPr>
        </p:nvPicPr>
        <p:blipFill>
          <a:blip r:embed="rId5"/>
          <a:stretch>
            <a:fillRect/>
          </a:stretch>
        </p:blipFill>
        <p:spPr>
          <a:xfrm>
            <a:off x="6583680" y="4343400"/>
            <a:ext cx="5047488" cy="1691640"/>
          </a:xfrm>
          <a:prstGeom prst="rect">
            <a:avLst/>
          </a:prstGeom>
        </p:spPr>
      </p:pic>
      <p:sp>
        <p:nvSpPr>
          <p:cNvPr id="32" name="コンテンツ プレースホルダー 31"/>
          <p:cNvSpPr>
            <a:spLocks noGrp="1"/>
          </p:cNvSpPr>
          <p:nvPr>
            <p:ph/>
          </p:nvPr>
        </p:nvSpPr>
        <p:spPr>
          <a:xfrm>
            <a:off x="6821424" y="4526280"/>
            <a:ext cx="4572000" cy="1371600"/>
          </a:xfrm>
        </p:spPr>
        <p:txBody>
          <a:bodyPr/>
          <a:lstStyle/>
          <a:p>
            <a:pPr marL="0" marR="0" indent="0" algn="l">
              <a:lnSpc>
                <a:spcPct val="135000"/>
              </a:lnSpc>
              <a:spcBef>
                <a:spcPts val="0"/>
              </a:spcBef>
              <a:spcAft>
                <a:spcPts val="700"/>
              </a:spcAft>
              <a:buNone/>
            </a:pPr>
            <a:r>
              <a:rPr sz="1300" b="1" i="0" u="none" strike="noStrike" cap="none">
                <a:solidFill>
                  <a:srgbClr val="12608A">
                    <a:alpha val="100000"/>
                  </a:srgbClr>
                </a:solidFill>
                <a:latin typeface="Yu Gothic"/>
                <a:cs typeface="Yu Gothic"/>
                <a:sym typeface="Yu Gothic"/>
              </a:rPr>
              <a:t>空間交絡</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町単位で決まる PTRATIO や、位置そのものに近い CHAS の</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効果は空間項へ移る。逆に RM は強まる。</a:t>
            </a:r>
          </a:p>
          <a:p>
            <a:pPr marL="0" marR="0" indent="0" algn="l">
              <a:lnSpc>
                <a:spcPct val="135000"/>
              </a:lnSpc>
              <a:spcBef>
                <a:spcPts val="0"/>
              </a:spcBef>
              <a:spcAft>
                <a:spcPts val="500"/>
              </a:spcAft>
              <a:buNone/>
            </a:pPr>
            <a:r>
              <a:rPr sz="1150" b="0" i="0" u="none" strike="noStrike" cap="none">
                <a:solidFill>
                  <a:srgbClr val="5A7184">
                    <a:alpha val="100000"/>
                  </a:srgbClr>
                </a:solidFill>
                <a:latin typeface="Yu Gothic"/>
                <a:cs typeface="Yu Gothic"/>
                <a:sym typeface="Yu Gothic"/>
              </a:rPr>
              <a:t>OLS は空間相関を無視して一部の係数を過大評価していた。</a:t>
            </a:r>
          </a:p>
        </p:txBody>
      </p:sp>
      <p:sp>
        <p:nvSpPr>
          <p:cNvPr id="33" name="コンテンツ プレースホルダー 32"/>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10 / 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p:nvPr>
        </p:nvSpPr>
        <p:spPr>
          <a:xfrm>
            <a:off x="566928" y="310896"/>
            <a:ext cx="10058400" cy="256032"/>
          </a:xfrm>
        </p:spPr>
        <p:txBody>
          <a:bodyPr/>
          <a:lstStyle/>
          <a:p>
            <a:pPr marL="0" marR="0" indent="0" algn="l">
              <a:lnSpc>
                <a:spcPct val="100000"/>
              </a:lnSpc>
              <a:spcBef>
                <a:spcPts val="0"/>
              </a:spcBef>
              <a:spcAft>
                <a:spcPts val="0"/>
              </a:spcAft>
              <a:buNone/>
            </a:pPr>
            <a:r>
              <a:rPr sz="1100" b="1" i="0" u="none" strike="noStrike" cap="none">
                <a:solidFill>
                  <a:srgbClr val="12608A">
                    <a:alpha val="100000"/>
                  </a:srgbClr>
                </a:solidFill>
                <a:latin typeface="Yu Gothic"/>
                <a:cs typeface="Yu Gothic"/>
                <a:sym typeface="Yu Gothic"/>
              </a:rPr>
              <a:t>STEP 6</a:t>
            </a:r>
          </a:p>
        </p:txBody>
      </p:sp>
      <p:sp>
        <p:nvSpPr>
          <p:cNvPr id="3" name="コンテンツ プレースホルダー 2"/>
          <p:cNvSpPr>
            <a:spLocks noGrp="1"/>
          </p:cNvSpPr>
          <p:nvPr>
            <p:ph/>
          </p:nvPr>
        </p:nvSpPr>
        <p:spPr>
          <a:xfrm>
            <a:off x="566928" y="566928"/>
            <a:ext cx="11064240" cy="658368"/>
          </a:xfrm>
        </p:spPr>
        <p:txBody>
          <a:bodyPr/>
          <a:lstStyle/>
          <a:p>
            <a:pPr marL="0" marR="0" indent="0" algn="l">
              <a:lnSpc>
                <a:spcPct val="100000"/>
              </a:lnSpc>
              <a:spcBef>
                <a:spcPts val="0"/>
              </a:spcBef>
              <a:spcAft>
                <a:spcPts val="0"/>
              </a:spcAft>
              <a:buNone/>
            </a:pPr>
            <a:r>
              <a:rPr sz="2700" b="1" i="0" u="none" strike="noStrike" cap="none">
                <a:solidFill>
                  <a:srgbClr val="102A43">
                    <a:alpha val="100000"/>
                  </a:srgbClr>
                </a:solidFill>
                <a:latin typeface="Yu Gothic"/>
                <a:cs typeface="Yu Gothic"/>
                <a:sym typeface="Yu Gothic"/>
              </a:rPr>
              <a:t>住宅価格の地図：実測・C6・C6 + Leroux</a:t>
            </a:r>
          </a:p>
        </p:txBody>
      </p:sp>
      <p:pic>
        <p:nvPicPr>
          <p:cNvPr id="4" name="コンテンツ プレースホルダー 3"/>
          <p:cNvPicPr>
            <a:picLocks noGrp="1"/>
          </p:cNvPicPr>
          <p:nvPr>
            <p:ph/>
          </p:nvPr>
        </p:nvPicPr>
        <p:blipFill>
          <a:blip r:embed="rId2"/>
          <a:stretch>
            <a:fillRect/>
          </a:stretch>
        </p:blipFill>
        <p:spPr>
          <a:xfrm>
            <a:off x="566928" y="1417320"/>
            <a:ext cx="11064240" cy="4023360"/>
          </a:xfrm>
          <a:prstGeom prst="rect">
            <a:avLst/>
          </a:prstGeom>
        </p:spPr>
      </p:pic>
      <p:sp>
        <p:nvSpPr>
          <p:cNvPr id="5" name="コンテンツ プレースホルダー 4"/>
          <p:cNvSpPr>
            <a:spLocks noGrp="1"/>
          </p:cNvSpPr>
          <p:nvPr>
            <p:ph/>
          </p:nvPr>
        </p:nvSpPr>
        <p:spPr>
          <a:xfrm>
            <a:off x="566928" y="5532120"/>
            <a:ext cx="11064240" cy="292608"/>
          </a:xfrm>
        </p:spPr>
        <p:txBody>
          <a:bodyPr/>
          <a:lstStyle/>
          <a:p>
            <a:pPr marL="0" marR="0" indent="0" algn="l">
              <a:lnSpc>
                <a:spcPct val="100000"/>
              </a:lnSpc>
              <a:spcBef>
                <a:spcPts val="0"/>
              </a:spcBef>
              <a:spcAft>
                <a:spcPts val="0"/>
              </a:spcAft>
              <a:buNone/>
            </a:pPr>
            <a:r>
              <a:rPr sz="1100" b="0" i="0" u="none" strike="noStrike" cap="none">
                <a:solidFill>
                  <a:srgbClr val="5A7184">
                    <a:alpha val="100000"/>
                  </a:srgbClr>
                </a:solidFill>
                <a:latin typeface="Yu Gothic"/>
                <a:cs typeface="Yu Gothic"/>
                <a:sym typeface="Yu Gothic"/>
              </a:rPr>
              <a:t>被説明変数は対数のため exp() で元単位（$1000）に戻す。区分 seq(0, 55, len = 11)、配色 rev(brewer.pal(10, "RdYlBu"))。</a:t>
            </a:r>
          </a:p>
        </p:txBody>
      </p:sp>
      <p:sp>
        <p:nvSpPr>
          <p:cNvPr id="6" name="コンテンツ プレースホルダー 5"/>
          <p:cNvSpPr>
            <a:spLocks noGrp="1"/>
          </p:cNvSpPr>
          <p:nvPr>
            <p:ph/>
          </p:nvPr>
        </p:nvSpPr>
        <p:spPr>
          <a:xfrm>
            <a:off x="566928" y="5870448"/>
            <a:ext cx="11064240" cy="292608"/>
          </a:xfrm>
        </p:spPr>
        <p:txBody>
          <a:bodyPr/>
          <a:lstStyle/>
          <a:p>
            <a:pPr marL="0" marR="0" indent="0" algn="l">
              <a:lnSpc>
                <a:spcPct val="100000"/>
              </a:lnSpc>
              <a:spcBef>
                <a:spcPts val="0"/>
              </a:spcBef>
              <a:spcAft>
                <a:spcPts val="0"/>
              </a:spcAft>
              <a:buNone/>
            </a:pPr>
            <a:r>
              <a:rPr sz="1150" b="1" i="0" u="none" strike="noStrike" cap="none">
                <a:solidFill>
                  <a:srgbClr val="102A43">
                    <a:alpha val="100000"/>
                  </a:srgbClr>
                </a:solidFill>
                <a:latin typeface="Yu Gothic"/>
                <a:cs typeface="Yu Gothic"/>
                <a:sym typeface="Yu Gothic"/>
              </a:rPr>
              <a:t>C6 は大きな価格勾配のみを再現。Leroux は空間効果が地域固有の水準を担い、実測の模様まで再現する（当てはめ値）。</a:t>
            </a:r>
          </a:p>
        </p:txBody>
      </p:sp>
      <p:sp>
        <p:nvSpPr>
          <p:cNvPr id="7" name="コンテンツ プレースホルダー 6"/>
          <p:cNvSpPr>
            <a:spLocks noGrp="1"/>
          </p:cNvSpPr>
          <p:nvPr>
            <p:ph/>
          </p:nvPr>
        </p:nvSpPr>
        <p:spPr>
          <a:xfrm>
            <a:off x="10561320" y="6355080"/>
            <a:ext cx="1078992" cy="274320"/>
          </a:xfrm>
        </p:spPr>
        <p:txBody>
          <a:bodyPr/>
          <a:lstStyle/>
          <a:p>
            <a:pPr marL="0" marR="0" indent="0" algn="r">
              <a:lnSpc>
                <a:spcPct val="100000"/>
              </a:lnSpc>
              <a:spcBef>
                <a:spcPts val="0"/>
              </a:spcBef>
              <a:spcAft>
                <a:spcPts val="0"/>
              </a:spcAft>
              <a:buNone/>
            </a:pPr>
            <a:r>
              <a:rPr sz="1000" b="0" i="0" u="none" strike="noStrike" cap="none">
                <a:solidFill>
                  <a:srgbClr val="5A7184">
                    <a:alpha val="100000"/>
                  </a:srgbClr>
                </a:solidFill>
                <a:latin typeface="Yu Gothic"/>
                <a:cs typeface="Yu Gothic"/>
                <a:sym typeface="Yu Gothic"/>
              </a:rPr>
              <a:t>11 / 12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コンテンツ プレースホルダー 1"/>
          <p:cNvPicPr>
            <a:picLocks noGrp="1"/>
          </p:cNvPicPr>
          <p:nvPr>
            <p:ph/>
          </p:nvPr>
        </p:nvPicPr>
        <p:blipFill>
          <a:blip r:embed="rId2"/>
          <a:stretch>
            <a:fillRect/>
          </a:stretch>
        </p:blipFill>
        <p:spPr>
          <a:xfrm>
            <a:off x="0" y="0"/>
            <a:ext cx="12191695" cy="6858000"/>
          </a:xfrm>
          <a:prstGeom prst="rect">
            <a:avLst/>
          </a:prstGeom>
        </p:spPr>
      </p:pic>
      <p:sp>
        <p:nvSpPr>
          <p:cNvPr id="3" name="コンテンツ プレースホルダー 2"/>
          <p:cNvSpPr>
            <a:spLocks noGrp="1"/>
          </p:cNvSpPr>
          <p:nvPr>
            <p:ph/>
          </p:nvPr>
        </p:nvSpPr>
        <p:spPr>
          <a:xfrm>
            <a:off x="713232" y="502920"/>
            <a:ext cx="5486400" cy="292608"/>
          </a:xfrm>
        </p:spPr>
        <p:txBody>
          <a:bodyPr/>
          <a:lstStyle/>
          <a:p>
            <a:pPr marL="0" marR="0" indent="0" algn="l">
              <a:lnSpc>
                <a:spcPct val="100000"/>
              </a:lnSpc>
              <a:spcBef>
                <a:spcPts val="0"/>
              </a:spcBef>
              <a:spcAft>
                <a:spcPts val="0"/>
              </a:spcAft>
              <a:buNone/>
            </a:pPr>
            <a:r>
              <a:rPr sz="1250" b="1" i="0" u="none" strike="noStrike" cap="none">
                <a:solidFill>
                  <a:srgbClr val="7FB2D4">
                    <a:alpha val="100000"/>
                  </a:srgbClr>
                </a:solidFill>
                <a:latin typeface="Yu Gothic"/>
                <a:cs typeface="Yu Gothic"/>
                <a:sym typeface="Yu Gothic"/>
              </a:rPr>
              <a:t>まとめ</a:t>
            </a:r>
          </a:p>
        </p:txBody>
      </p:sp>
      <p:sp>
        <p:nvSpPr>
          <p:cNvPr id="4" name="コンテンツ プレースホルダー 3"/>
          <p:cNvSpPr>
            <a:spLocks noGrp="1"/>
          </p:cNvSpPr>
          <p:nvPr>
            <p:ph/>
          </p:nvPr>
        </p:nvSpPr>
        <p:spPr>
          <a:xfrm>
            <a:off x="713232" y="841248"/>
            <a:ext cx="10789920" cy="640080"/>
          </a:xfrm>
        </p:spPr>
        <p:txBody>
          <a:bodyPr/>
          <a:lstStyle/>
          <a:p>
            <a:pPr marL="0" marR="0" indent="0" algn="l">
              <a:lnSpc>
                <a:spcPct val="100000"/>
              </a:lnSpc>
              <a:spcBef>
                <a:spcPts val="0"/>
              </a:spcBef>
              <a:spcAft>
                <a:spcPts val="0"/>
              </a:spcAft>
              <a:buNone/>
            </a:pPr>
            <a:r>
              <a:rPr sz="3000" b="1" i="0" u="none" strike="noStrike" cap="none">
                <a:solidFill>
                  <a:srgbClr val="FFFFFF">
                    <a:alpha val="100000"/>
                  </a:srgbClr>
                </a:solidFill>
                <a:latin typeface="Yu Gothic"/>
                <a:cs typeface="Yu Gothic"/>
                <a:sym typeface="Yu Gothic"/>
              </a:rPr>
              <a:t>Claude Code を使った分析で起きたこと</a:t>
            </a:r>
          </a:p>
        </p:txBody>
      </p:sp>
      <p:pic>
        <p:nvPicPr>
          <p:cNvPr id="5" name="コンテンツ プレースホルダー 4"/>
          <p:cNvPicPr>
            <a:picLocks noGrp="1"/>
          </p:cNvPicPr>
          <p:nvPr>
            <p:ph/>
          </p:nvPr>
        </p:nvPicPr>
        <p:blipFill>
          <a:blip r:embed="rId3"/>
          <a:stretch>
            <a:fillRect/>
          </a:stretch>
        </p:blipFill>
        <p:spPr>
          <a:xfrm>
            <a:off x="713232" y="1874520"/>
            <a:ext cx="5349240" cy="1783080"/>
          </a:xfrm>
          <a:prstGeom prst="rect">
            <a:avLst/>
          </a:prstGeom>
        </p:spPr>
      </p:pic>
      <p:sp>
        <p:nvSpPr>
          <p:cNvPr id="6" name="コンテンツ プレースホルダー 5"/>
          <p:cNvSpPr>
            <a:spLocks noGrp="1"/>
          </p:cNvSpPr>
          <p:nvPr>
            <p:ph/>
          </p:nvPr>
        </p:nvSpPr>
        <p:spPr>
          <a:xfrm>
            <a:off x="941832" y="2057400"/>
            <a:ext cx="4892040" cy="320040"/>
          </a:xfrm>
        </p:spPr>
        <p:txBody>
          <a:bodyPr/>
          <a:lstStyle/>
          <a:p>
            <a:pPr marL="0" marR="0" indent="0" algn="l">
              <a:lnSpc>
                <a:spcPct val="100000"/>
              </a:lnSpc>
              <a:spcBef>
                <a:spcPts val="0"/>
              </a:spcBef>
              <a:spcAft>
                <a:spcPts val="0"/>
              </a:spcAft>
              <a:buNone/>
            </a:pPr>
            <a:r>
              <a:rPr sz="1400" b="1" i="0" u="none" strike="noStrike" cap="none">
                <a:solidFill>
                  <a:srgbClr val="9FC6DE">
                    <a:alpha val="100000"/>
                  </a:srgbClr>
                </a:solidFill>
                <a:latin typeface="Yu Gothic"/>
                <a:cs typeface="Yu Gothic"/>
                <a:sym typeface="Yu Gothic"/>
              </a:rPr>
              <a:t>道具として効いたところ</a:t>
            </a:r>
          </a:p>
        </p:txBody>
      </p:sp>
      <p:sp>
        <p:nvSpPr>
          <p:cNvPr id="7" name="コンテンツ プレースホルダー 6"/>
          <p:cNvSpPr>
            <a:spLocks noGrp="1"/>
          </p:cNvSpPr>
          <p:nvPr>
            <p:ph/>
          </p:nvPr>
        </p:nvSpPr>
        <p:spPr>
          <a:xfrm>
            <a:off x="941832" y="2487168"/>
            <a:ext cx="4892040" cy="1463040"/>
          </a:xfrm>
        </p:spPr>
        <p:txBody>
          <a:bodyPr/>
          <a:lstStyle/>
          <a:p>
            <a:pPr marL="0" marR="0" indent="0" algn="l">
              <a:lnSpc>
                <a:spcPct val="130000"/>
              </a:lnSpc>
              <a:spcBef>
                <a:spcPts val="0"/>
              </a:spcBef>
              <a:spcAft>
                <a:spcPts val="900"/>
              </a:spcAft>
              <a:buNone/>
            </a:pPr>
            <a:r>
              <a:rPr sz="1150" b="0" i="0" u="none" strike="noStrike" cap="none">
                <a:solidFill>
                  <a:srgbClr val="D6E4EE">
                    <a:alpha val="100000"/>
                  </a:srgbClr>
                </a:solidFill>
                <a:latin typeface="Yu Gothic"/>
                <a:cs typeface="Yu Gothic"/>
                <a:sym typeface="Yu Gothic"/>
              </a:rPr>
              <a:t>9 回の対話で 22 スクリプト・73 出力を生成し、探索の反復が速い</a:t>
            </a:r>
          </a:p>
          <a:p>
            <a:pPr marL="0" marR="0" indent="0" algn="l">
              <a:lnSpc>
                <a:spcPct val="130000"/>
              </a:lnSpc>
              <a:spcBef>
                <a:spcPts val="0"/>
              </a:spcBef>
              <a:spcAft>
                <a:spcPts val="900"/>
              </a:spcAft>
              <a:buNone/>
            </a:pPr>
            <a:r>
              <a:rPr sz="1150" b="0" i="0" u="none" strike="noStrike" cap="none">
                <a:solidFill>
                  <a:srgbClr val="D6E4EE">
                    <a:alpha val="100000"/>
                  </a:srgbClr>
                </a:solidFill>
                <a:latin typeface="Yu Gothic"/>
                <a:cs typeface="Yu Gothic"/>
                <a:sym typeface="Yu Gothic"/>
              </a:rPr>
              <a:t>失敗を自分で診断して修正（BYM がガウス未対応、.shp → .gpkg）</a:t>
            </a:r>
          </a:p>
          <a:p>
            <a:pPr marL="0" marR="0" indent="0" algn="l">
              <a:lnSpc>
                <a:spcPct val="130000"/>
              </a:lnSpc>
              <a:spcBef>
                <a:spcPts val="0"/>
              </a:spcBef>
              <a:spcAft>
                <a:spcPts val="900"/>
              </a:spcAft>
              <a:buNone/>
            </a:pPr>
            <a:r>
              <a:rPr sz="1150" b="0" i="0" u="none" strike="noStrike" cap="none">
                <a:solidFill>
                  <a:srgbClr val="D6E4EE">
                    <a:alpha val="100000"/>
                  </a:srgbClr>
                </a:solidFill>
                <a:latin typeface="Yu Gothic"/>
                <a:cs typeface="Yu Gothic"/>
                <a:sym typeface="Yu Gothic"/>
              </a:rPr>
              <a:t>検証を厚くできる（選択バイアス込み CV、保留標本 CV、収束診断）</a:t>
            </a:r>
          </a:p>
        </p:txBody>
      </p:sp>
      <p:pic>
        <p:nvPicPr>
          <p:cNvPr id="8" name="コンテンツ プレースホルダー 7"/>
          <p:cNvPicPr>
            <a:picLocks noGrp="1"/>
          </p:cNvPicPr>
          <p:nvPr>
            <p:ph/>
          </p:nvPr>
        </p:nvPicPr>
        <p:blipFill>
          <a:blip r:embed="rId4"/>
          <a:stretch>
            <a:fillRect/>
          </a:stretch>
        </p:blipFill>
        <p:spPr>
          <a:xfrm>
            <a:off x="6309360" y="1874520"/>
            <a:ext cx="5166360" cy="1783080"/>
          </a:xfrm>
          <a:prstGeom prst="rect">
            <a:avLst/>
          </a:prstGeom>
        </p:spPr>
      </p:pic>
      <p:sp>
        <p:nvSpPr>
          <p:cNvPr id="9" name="コンテンツ プレースホルダー 8"/>
          <p:cNvSpPr>
            <a:spLocks noGrp="1"/>
          </p:cNvSpPr>
          <p:nvPr>
            <p:ph/>
          </p:nvPr>
        </p:nvSpPr>
        <p:spPr>
          <a:xfrm>
            <a:off x="6537960" y="2057400"/>
            <a:ext cx="4709160" cy="320040"/>
          </a:xfrm>
        </p:spPr>
        <p:txBody>
          <a:bodyPr/>
          <a:lstStyle/>
          <a:p>
            <a:pPr marL="0" marR="0" indent="0" algn="l">
              <a:lnSpc>
                <a:spcPct val="100000"/>
              </a:lnSpc>
              <a:spcBef>
                <a:spcPts val="0"/>
              </a:spcBef>
              <a:spcAft>
                <a:spcPts val="0"/>
              </a:spcAft>
              <a:buNone/>
            </a:pPr>
            <a:r>
              <a:rPr sz="1400" b="1" i="0" u="none" strike="noStrike" cap="none">
                <a:solidFill>
                  <a:srgbClr val="9FC6DE">
                    <a:alpha val="100000"/>
                  </a:srgbClr>
                </a:solidFill>
                <a:latin typeface="Yu Gothic"/>
                <a:cs typeface="Yu Gothic"/>
                <a:sym typeface="Yu Gothic"/>
              </a:rPr>
              <a:t>人が決めたところ</a:t>
            </a:r>
          </a:p>
        </p:txBody>
      </p:sp>
      <p:sp>
        <p:nvSpPr>
          <p:cNvPr id="10" name="コンテンツ プレースホルダー 9"/>
          <p:cNvSpPr>
            <a:spLocks noGrp="1"/>
          </p:cNvSpPr>
          <p:nvPr>
            <p:ph/>
          </p:nvPr>
        </p:nvSpPr>
        <p:spPr>
          <a:xfrm>
            <a:off x="6537960" y="2487168"/>
            <a:ext cx="4709160" cy="1463040"/>
          </a:xfrm>
        </p:spPr>
        <p:txBody>
          <a:bodyPr/>
          <a:lstStyle/>
          <a:p>
            <a:pPr marL="0" marR="0" indent="0" algn="l">
              <a:lnSpc>
                <a:spcPct val="130000"/>
              </a:lnSpc>
              <a:spcBef>
                <a:spcPts val="0"/>
              </a:spcBef>
              <a:spcAft>
                <a:spcPts val="900"/>
              </a:spcAft>
              <a:buNone/>
            </a:pPr>
            <a:r>
              <a:rPr sz="1150" b="0" i="0" u="none" strike="noStrike" cap="none">
                <a:solidFill>
                  <a:srgbClr val="D6E4EE">
                    <a:alpha val="100000"/>
                  </a:srgbClr>
                </a:solidFill>
                <a:latin typeface="Yu Gothic"/>
                <a:cs typeface="Yu Gothic"/>
                <a:sym typeface="Yu Gothic"/>
              </a:rPr>
              <a:t>何をもって「解釈可能」とするかの制約設計（R1〜R8）</a:t>
            </a:r>
          </a:p>
          <a:p>
            <a:pPr marL="0" marR="0" indent="0" algn="l">
              <a:lnSpc>
                <a:spcPct val="130000"/>
              </a:lnSpc>
              <a:spcBef>
                <a:spcPts val="0"/>
              </a:spcBef>
              <a:spcAft>
                <a:spcPts val="900"/>
              </a:spcAft>
              <a:buNone/>
            </a:pPr>
            <a:r>
              <a:rPr sz="1150" b="0" i="0" u="none" strike="noStrike" cap="none">
                <a:solidFill>
                  <a:srgbClr val="D6E4EE">
                    <a:alpha val="100000"/>
                  </a:srgbClr>
                </a:solidFill>
                <a:latin typeface="Yu Gothic"/>
                <a:cs typeface="Yu Gothic"/>
                <a:sym typeface="Yu Gothic"/>
              </a:rPr>
              <a:t>空間交絡の解釈（OLS の偏りか、CAR の吸いすぎか）</a:t>
            </a:r>
          </a:p>
          <a:p>
            <a:pPr marL="0" marR="0" indent="0" algn="l">
              <a:lnSpc>
                <a:spcPct val="130000"/>
              </a:lnSpc>
              <a:spcBef>
                <a:spcPts val="0"/>
              </a:spcBef>
              <a:spcAft>
                <a:spcPts val="900"/>
              </a:spcAft>
              <a:buNone/>
            </a:pPr>
            <a:r>
              <a:rPr sz="1150" b="0" i="0" u="none" strike="noStrike" cap="none">
                <a:solidFill>
                  <a:srgbClr val="D6E4EE">
                    <a:alpha val="100000"/>
                  </a:srgbClr>
                </a:solidFill>
                <a:latin typeface="Yu Gothic"/>
                <a:cs typeface="Yu Gothic"/>
                <a:sym typeface="Yu Gothic"/>
              </a:rPr>
              <a:t>依存パッケージを増やすかどうかの判断</a:t>
            </a:r>
          </a:p>
        </p:txBody>
      </p:sp>
      <p:sp>
        <p:nvSpPr>
          <p:cNvPr id="11" name="コンテンツ プレースホルダー 10"/>
          <p:cNvSpPr>
            <a:spLocks noGrp="1"/>
          </p:cNvSpPr>
          <p:nvPr>
            <p:ph/>
          </p:nvPr>
        </p:nvSpPr>
        <p:spPr>
          <a:xfrm>
            <a:off x="713232" y="4526280"/>
            <a:ext cx="10789920" cy="411480"/>
          </a:xfrm>
        </p:spPr>
        <p:txBody>
          <a:bodyPr/>
          <a:lstStyle/>
          <a:p>
            <a:pPr marL="0" marR="0" indent="0" algn="l">
              <a:lnSpc>
                <a:spcPct val="100000"/>
              </a:lnSpc>
              <a:spcBef>
                <a:spcPts val="0"/>
              </a:spcBef>
              <a:spcAft>
                <a:spcPts val="0"/>
              </a:spcAft>
              <a:buNone/>
            </a:pPr>
            <a:r>
              <a:rPr sz="1600" b="1" i="0" u="none" strike="noStrike" cap="none">
                <a:solidFill>
                  <a:srgbClr val="FFFFFF">
                    <a:alpha val="100000"/>
                  </a:srgbClr>
                </a:solidFill>
                <a:latin typeface="Yu Gothic"/>
                <a:cs typeface="Yu Gothic"/>
                <a:sym typeface="Yu Gothic"/>
              </a:rPr>
              <a:t>最終モデル：log(CMEDV) ~ 9 項（中心化）＋ Leroux CAR（ρ = 0.938）</a:t>
            </a:r>
          </a:p>
        </p:txBody>
      </p:sp>
      <p:sp>
        <p:nvSpPr>
          <p:cNvPr id="12" name="コンテンツ プレースホルダー 11"/>
          <p:cNvSpPr>
            <a:spLocks noGrp="1"/>
          </p:cNvSpPr>
          <p:nvPr>
            <p:ph/>
          </p:nvPr>
        </p:nvSpPr>
        <p:spPr>
          <a:xfrm>
            <a:off x="713232" y="4983480"/>
            <a:ext cx="10789920" cy="365760"/>
          </a:xfrm>
        </p:spPr>
        <p:txBody>
          <a:bodyPr/>
          <a:lstStyle/>
          <a:p>
            <a:pPr marL="0" marR="0" indent="0" algn="l">
              <a:lnSpc>
                <a:spcPct val="100000"/>
              </a:lnSpc>
              <a:spcBef>
                <a:spcPts val="0"/>
              </a:spcBef>
              <a:spcAft>
                <a:spcPts val="0"/>
              </a:spcAft>
              <a:buNone/>
            </a:pPr>
            <a:r>
              <a:rPr sz="1300" b="0" i="0" u="none" strike="noStrike" cap="none">
                <a:solidFill>
                  <a:srgbClr val="9FC6DE">
                    <a:alpha val="100000"/>
                  </a:srgbClr>
                </a:solidFill>
                <a:latin typeface="Yu Gothic"/>
                <a:cs typeface="Yu Gothic"/>
                <a:sym typeface="Yu Gothic"/>
              </a:rPr>
              <a:t>保留標本 RMSE 0.1387（参考モデル比 32.7% 改善）　／　残差 Moran's I −0.115　／　DIC −935.2</a:t>
            </a:r>
          </a:p>
        </p:txBody>
      </p:sp>
      <p:sp>
        <p:nvSpPr>
          <p:cNvPr id="13" name="コンテンツ プレースホルダー 12"/>
          <p:cNvSpPr>
            <a:spLocks noGrp="1"/>
          </p:cNvSpPr>
          <p:nvPr>
            <p:ph/>
          </p:nvPr>
        </p:nvSpPr>
        <p:spPr>
          <a:xfrm>
            <a:off x="713232" y="5852160"/>
            <a:ext cx="10789920" cy="320040"/>
          </a:xfrm>
        </p:spPr>
        <p:txBody>
          <a:bodyPr/>
          <a:lstStyle/>
          <a:p>
            <a:pPr marL="0" marR="0" indent="0" algn="l">
              <a:lnSpc>
                <a:spcPct val="100000"/>
              </a:lnSpc>
              <a:spcBef>
                <a:spcPts val="0"/>
              </a:spcBef>
              <a:spcAft>
                <a:spcPts val="0"/>
              </a:spcAft>
              <a:buNone/>
            </a:pPr>
            <a:r>
              <a:rPr sz="1100" b="0" i="0" u="none" strike="noStrike" cap="none">
                <a:solidFill>
                  <a:srgbClr val="7FB2D4">
                    <a:alpha val="100000"/>
                  </a:srgbClr>
                </a:solidFill>
                <a:latin typeface="Yu Gothic"/>
                <a:cs typeface="Yu Gothic"/>
                <a:sym typeface="Yu Gothic"/>
              </a:rPr>
              <a:t>詳細は REPORT.md（全 14 章）と model_equation.tex を参照</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TotalTime>
  <Words>2182</Words>
  <Application>Microsoft Office PowerPoint</Application>
  <PresentationFormat>ワイド画面</PresentationFormat>
  <Paragraphs>329</Paragraphs>
  <Slides>24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Yu Gothic</vt:lpstr>
      <vt:lpstr>Yu 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Kota Suzuki</cp:lastModifiedBy>
  <cp:revision>3</cp:revision>
  <dcterms:created xsi:type="dcterms:W3CDTF">2017-02-13T16:18:36Z</dcterms:created>
  <dcterms:modified xsi:type="dcterms:W3CDTF">2026-08-21T14:31:30Z</dcterms:modified>
  <cp:category/>
</cp:coreProperties>
</file>